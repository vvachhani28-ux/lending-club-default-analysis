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9144000" cy="5143500" type="screen16x9"/>
  <p:notesSz cx="6858000" cy="9144000"/>
  <p:embeddedFontLst>
    <p:embeddedFont>
      <p:font typeface="Gill Sans" panose="020B0604020202020204" charset="0"/>
      <p:regular r:id="rId21"/>
      <p:bold r:id="rId22"/>
    </p:embeddedFont>
    <p:embeddedFont>
      <p:font typeface="Merriweather" panose="00000500000000000000" pitchFamily="2" charset="0"/>
      <p:regular r:id="rId23"/>
      <p:bold r:id="rId24"/>
      <p:italic r:id="rId25"/>
      <p:boldItalic r:id="rId26"/>
    </p:embeddedFont>
    <p:embeddedFont>
      <p:font typeface="Proxima Nova" panose="020B0604020202020204" charset="0"/>
      <p:regular r:id="rId27"/>
      <p:bold r:id="rId28"/>
      <p:italic r:id="rId29"/>
      <p:boldItalic r:id="rId30"/>
    </p:embeddedFont>
    <p:embeddedFont>
      <p:font typeface="Roboto" panose="020000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0" roundtripDataSignature="AMtx7mhTePly4XSeYEMgyWbw4+jt6Vv5t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5CB70B0-2AA5-4D09-86EC-7C1CE7FAACDC}">
  <a:tblStyle styleId="{A5CB70B0-2AA5-4D09-86EC-7C1CE7FAACDC}"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66" autoAdjust="0"/>
    <p:restoredTop sz="94660"/>
  </p:normalViewPr>
  <p:slideViewPr>
    <p:cSldViewPr snapToGrid="0">
      <p:cViewPr varScale="1">
        <p:scale>
          <a:sx n="138" d="100"/>
          <a:sy n="138" d="100"/>
        </p:scale>
        <p:origin x="642"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percentStacked"/>
        <c:varyColors val="0"/>
        <c:ser>
          <c:idx val="0"/>
          <c:order val="0"/>
          <c:tx>
            <c:strRef>
              <c:f>Sheet1!$B$1</c:f>
              <c:strCache>
                <c:ptCount val="1"/>
                <c:pt idx="0">
                  <c:v>Series 1</c:v>
                </c:pt>
              </c:strCache>
            </c:strRef>
          </c:tx>
          <c:spPr>
            <a:solidFill>
              <a:srgbClr val="F6323E"/>
            </a:solidFill>
          </c:spPr>
          <c:invertIfNegative val="0"/>
          <c:cat>
            <c:numRef>
              <c:f>Sheet1!$A$2</c:f>
              <c:numCache>
                <c:formatCode>General</c:formatCode>
                <c:ptCount val="1"/>
              </c:numCache>
            </c:numRef>
          </c:cat>
          <c:val>
            <c:numRef>
              <c:f>Sheet1!$B$2</c:f>
              <c:numCache>
                <c:formatCode>General</c:formatCode>
                <c:ptCount val="1"/>
                <c:pt idx="0">
                  <c:v>70</c:v>
                </c:pt>
              </c:numCache>
            </c:numRef>
          </c:val>
          <c:extLst>
            <c:ext xmlns:c16="http://schemas.microsoft.com/office/drawing/2014/chart" uri="{C3380CC4-5D6E-409C-BE32-E72D297353CC}">
              <c16:uniqueId val="{00000000-2B61-4DED-BA9F-C3BC36BEF7EE}"/>
            </c:ext>
          </c:extLst>
        </c:ser>
        <c:ser>
          <c:idx val="1"/>
          <c:order val="1"/>
          <c:tx>
            <c:strRef>
              <c:f>Sheet1!$C$1</c:f>
              <c:strCache>
                <c:ptCount val="1"/>
                <c:pt idx="0">
                  <c:v>Series 2</c:v>
                </c:pt>
              </c:strCache>
            </c:strRef>
          </c:tx>
          <c:spPr>
            <a:solidFill>
              <a:srgbClr val="CCCCCB"/>
            </a:solidFill>
          </c:spPr>
          <c:invertIfNegative val="0"/>
          <c:cat>
            <c:numRef>
              <c:f>Sheet1!$A$2</c:f>
              <c:numCache>
                <c:formatCode>General</c:formatCode>
                <c:ptCount val="1"/>
              </c:numCache>
            </c:numRef>
          </c:cat>
          <c:val>
            <c:numRef>
              <c:f>Sheet1!$C$2</c:f>
              <c:numCache>
                <c:formatCode>General</c:formatCode>
                <c:ptCount val="1"/>
                <c:pt idx="0">
                  <c:v>60</c:v>
                </c:pt>
              </c:numCache>
            </c:numRef>
          </c:val>
          <c:extLst>
            <c:ext xmlns:c16="http://schemas.microsoft.com/office/drawing/2014/chart" uri="{C3380CC4-5D6E-409C-BE32-E72D297353CC}">
              <c16:uniqueId val="{00000001-2B61-4DED-BA9F-C3BC36BEF7EE}"/>
            </c:ext>
          </c:extLst>
        </c:ser>
        <c:dLbls>
          <c:showLegendKey val="0"/>
          <c:showVal val="0"/>
          <c:showCatName val="0"/>
          <c:showSerName val="0"/>
          <c:showPercent val="0"/>
          <c:showBubbleSize val="0"/>
        </c:dLbls>
        <c:gapWidth val="150"/>
        <c:overlap val="100"/>
        <c:axId val="1321408512"/>
        <c:axId val="1321412864"/>
      </c:barChart>
      <c:catAx>
        <c:axId val="1321408512"/>
        <c:scaling>
          <c:orientation val="minMax"/>
        </c:scaling>
        <c:delete val="1"/>
        <c:axPos val="l"/>
        <c:numFmt formatCode="General" sourceLinked="1"/>
        <c:majorTickMark val="out"/>
        <c:minorTickMark val="none"/>
        <c:tickLblPos val="nextTo"/>
        <c:crossAx val="1321412864"/>
        <c:crosses val="autoZero"/>
        <c:auto val="1"/>
        <c:lblAlgn val="ctr"/>
        <c:lblOffset val="100"/>
        <c:noMultiLvlLbl val="0"/>
      </c:catAx>
      <c:valAx>
        <c:axId val="1321412864"/>
        <c:scaling>
          <c:orientation val="minMax"/>
        </c:scaling>
        <c:delete val="1"/>
        <c:axPos val="b"/>
        <c:numFmt formatCode="0%" sourceLinked="1"/>
        <c:majorTickMark val="out"/>
        <c:minorTickMark val="none"/>
        <c:tickLblPos val="nextTo"/>
        <c:crossAx val="1321408512"/>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09484536082474"/>
          <c:y val="0.352787577432706"/>
          <c:w val="0.79051546391752603"/>
          <c:h val="0.35322277470670499"/>
        </c:manualLayout>
      </c:layout>
      <c:barChart>
        <c:barDir val="bar"/>
        <c:grouping val="percentStacked"/>
        <c:varyColors val="0"/>
        <c:ser>
          <c:idx val="0"/>
          <c:order val="0"/>
          <c:tx>
            <c:strRef>
              <c:f>Sheet1!$B$1</c:f>
              <c:strCache>
                <c:ptCount val="1"/>
                <c:pt idx="0">
                  <c:v>Series 1</c:v>
                </c:pt>
              </c:strCache>
            </c:strRef>
          </c:tx>
          <c:spPr>
            <a:solidFill>
              <a:srgbClr val="F6323E"/>
            </a:solidFill>
          </c:spPr>
          <c:invertIfNegative val="0"/>
          <c:cat>
            <c:numRef>
              <c:f>Sheet1!$A$2</c:f>
              <c:numCache>
                <c:formatCode>General</c:formatCode>
                <c:ptCount val="1"/>
              </c:numCache>
            </c:numRef>
          </c:cat>
          <c:val>
            <c:numRef>
              <c:f>Sheet1!$B$2</c:f>
              <c:numCache>
                <c:formatCode>General</c:formatCode>
                <c:ptCount val="1"/>
                <c:pt idx="0">
                  <c:v>40</c:v>
                </c:pt>
              </c:numCache>
            </c:numRef>
          </c:val>
          <c:extLst>
            <c:ext xmlns:c16="http://schemas.microsoft.com/office/drawing/2014/chart" uri="{C3380CC4-5D6E-409C-BE32-E72D297353CC}">
              <c16:uniqueId val="{00000000-3077-4AD5-A9CA-65F4E53848AA}"/>
            </c:ext>
          </c:extLst>
        </c:ser>
        <c:ser>
          <c:idx val="1"/>
          <c:order val="1"/>
          <c:tx>
            <c:strRef>
              <c:f>Sheet1!$C$1</c:f>
              <c:strCache>
                <c:ptCount val="1"/>
                <c:pt idx="0">
                  <c:v>Series 2</c:v>
                </c:pt>
              </c:strCache>
            </c:strRef>
          </c:tx>
          <c:spPr>
            <a:solidFill>
              <a:srgbClr val="CCCCCB"/>
            </a:solidFill>
          </c:spPr>
          <c:invertIfNegative val="0"/>
          <c:cat>
            <c:numRef>
              <c:f>Sheet1!$A$2</c:f>
              <c:numCache>
                <c:formatCode>General</c:formatCode>
                <c:ptCount val="1"/>
              </c:numCache>
            </c:numRef>
          </c:cat>
          <c:val>
            <c:numRef>
              <c:f>Sheet1!$C$2</c:f>
              <c:numCache>
                <c:formatCode>General</c:formatCode>
                <c:ptCount val="1"/>
                <c:pt idx="0">
                  <c:v>2.4</c:v>
                </c:pt>
              </c:numCache>
            </c:numRef>
          </c:val>
          <c:extLst>
            <c:ext xmlns:c16="http://schemas.microsoft.com/office/drawing/2014/chart" uri="{C3380CC4-5D6E-409C-BE32-E72D297353CC}">
              <c16:uniqueId val="{00000001-3077-4AD5-A9CA-65F4E53848AA}"/>
            </c:ext>
          </c:extLst>
        </c:ser>
        <c:dLbls>
          <c:showLegendKey val="0"/>
          <c:showVal val="0"/>
          <c:showCatName val="0"/>
          <c:showSerName val="0"/>
          <c:showPercent val="0"/>
          <c:showBubbleSize val="0"/>
        </c:dLbls>
        <c:gapWidth val="150"/>
        <c:overlap val="100"/>
        <c:axId val="1321404160"/>
        <c:axId val="1321403072"/>
      </c:barChart>
      <c:catAx>
        <c:axId val="1321404160"/>
        <c:scaling>
          <c:orientation val="minMax"/>
        </c:scaling>
        <c:delete val="1"/>
        <c:axPos val="l"/>
        <c:numFmt formatCode="General" sourceLinked="1"/>
        <c:majorTickMark val="out"/>
        <c:minorTickMark val="none"/>
        <c:tickLblPos val="nextTo"/>
        <c:crossAx val="1321403072"/>
        <c:crosses val="autoZero"/>
        <c:auto val="1"/>
        <c:lblAlgn val="ctr"/>
        <c:lblOffset val="100"/>
        <c:noMultiLvlLbl val="0"/>
      </c:catAx>
      <c:valAx>
        <c:axId val="1321403072"/>
        <c:scaling>
          <c:orientation val="minMax"/>
        </c:scaling>
        <c:delete val="1"/>
        <c:axPos val="b"/>
        <c:numFmt formatCode="0%" sourceLinked="1"/>
        <c:majorTickMark val="out"/>
        <c:minorTickMark val="none"/>
        <c:tickLblPos val="nextTo"/>
        <c:crossAx val="1321404160"/>
        <c:crosses val="autoZero"/>
        <c:crossBetween val="between"/>
      </c:valAx>
      <c:spPr>
        <a:noFill/>
        <a:ln w="25400">
          <a:noFill/>
        </a:ln>
      </c:spPr>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percentStacked"/>
        <c:varyColors val="0"/>
        <c:ser>
          <c:idx val="0"/>
          <c:order val="0"/>
          <c:tx>
            <c:strRef>
              <c:f>Sheet1!$B$1</c:f>
              <c:strCache>
                <c:ptCount val="1"/>
                <c:pt idx="0">
                  <c:v>Series 1</c:v>
                </c:pt>
              </c:strCache>
            </c:strRef>
          </c:tx>
          <c:spPr>
            <a:solidFill>
              <a:srgbClr val="F6323E"/>
            </a:solidFill>
          </c:spPr>
          <c:invertIfNegative val="0"/>
          <c:cat>
            <c:numRef>
              <c:f>Sheet1!$A$2</c:f>
              <c:numCache>
                <c:formatCode>General</c:formatCode>
                <c:ptCount val="1"/>
              </c:numCache>
            </c:numRef>
          </c:cat>
          <c:val>
            <c:numRef>
              <c:f>Sheet1!$B$2</c:f>
              <c:numCache>
                <c:formatCode>General</c:formatCode>
                <c:ptCount val="1"/>
                <c:pt idx="0">
                  <c:v>70</c:v>
                </c:pt>
              </c:numCache>
            </c:numRef>
          </c:val>
          <c:extLst>
            <c:ext xmlns:c16="http://schemas.microsoft.com/office/drawing/2014/chart" uri="{C3380CC4-5D6E-409C-BE32-E72D297353CC}">
              <c16:uniqueId val="{00000000-2B61-4DED-BA9F-C3BC36BEF7EE}"/>
            </c:ext>
          </c:extLst>
        </c:ser>
        <c:ser>
          <c:idx val="1"/>
          <c:order val="1"/>
          <c:tx>
            <c:strRef>
              <c:f>Sheet1!$C$1</c:f>
              <c:strCache>
                <c:ptCount val="1"/>
                <c:pt idx="0">
                  <c:v>Series 2</c:v>
                </c:pt>
              </c:strCache>
            </c:strRef>
          </c:tx>
          <c:spPr>
            <a:solidFill>
              <a:srgbClr val="CCCCCB"/>
            </a:solidFill>
          </c:spPr>
          <c:invertIfNegative val="0"/>
          <c:cat>
            <c:numRef>
              <c:f>Sheet1!$A$2</c:f>
              <c:numCache>
                <c:formatCode>General</c:formatCode>
                <c:ptCount val="1"/>
              </c:numCache>
            </c:numRef>
          </c:cat>
          <c:val>
            <c:numRef>
              <c:f>Sheet1!$C$2</c:f>
              <c:numCache>
                <c:formatCode>General</c:formatCode>
                <c:ptCount val="1"/>
                <c:pt idx="0">
                  <c:v>60</c:v>
                </c:pt>
              </c:numCache>
            </c:numRef>
          </c:val>
          <c:extLst>
            <c:ext xmlns:c16="http://schemas.microsoft.com/office/drawing/2014/chart" uri="{C3380CC4-5D6E-409C-BE32-E72D297353CC}">
              <c16:uniqueId val="{00000001-2B61-4DED-BA9F-C3BC36BEF7EE}"/>
            </c:ext>
          </c:extLst>
        </c:ser>
        <c:dLbls>
          <c:showLegendKey val="0"/>
          <c:showVal val="0"/>
          <c:showCatName val="0"/>
          <c:showSerName val="0"/>
          <c:showPercent val="0"/>
          <c:showBubbleSize val="0"/>
        </c:dLbls>
        <c:gapWidth val="150"/>
        <c:overlap val="100"/>
        <c:axId val="1321404704"/>
        <c:axId val="1321405792"/>
      </c:barChart>
      <c:catAx>
        <c:axId val="1321404704"/>
        <c:scaling>
          <c:orientation val="minMax"/>
        </c:scaling>
        <c:delete val="1"/>
        <c:axPos val="l"/>
        <c:numFmt formatCode="General" sourceLinked="1"/>
        <c:majorTickMark val="out"/>
        <c:minorTickMark val="none"/>
        <c:tickLblPos val="nextTo"/>
        <c:crossAx val="1321405792"/>
        <c:crosses val="autoZero"/>
        <c:auto val="1"/>
        <c:lblAlgn val="ctr"/>
        <c:lblOffset val="100"/>
        <c:noMultiLvlLbl val="0"/>
      </c:catAx>
      <c:valAx>
        <c:axId val="1321405792"/>
        <c:scaling>
          <c:orientation val="minMax"/>
        </c:scaling>
        <c:delete val="1"/>
        <c:axPos val="b"/>
        <c:numFmt formatCode="0%" sourceLinked="1"/>
        <c:majorTickMark val="out"/>
        <c:minorTickMark val="none"/>
        <c:tickLblPos val="nextTo"/>
        <c:crossAx val="132140470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09484536082474"/>
          <c:y val="0.352787577432706"/>
          <c:w val="0.79051546391752603"/>
          <c:h val="0.35322277470670499"/>
        </c:manualLayout>
      </c:layout>
      <c:barChart>
        <c:barDir val="bar"/>
        <c:grouping val="percentStacked"/>
        <c:varyColors val="0"/>
        <c:ser>
          <c:idx val="0"/>
          <c:order val="0"/>
          <c:tx>
            <c:strRef>
              <c:f>Sheet1!$B$1</c:f>
              <c:strCache>
                <c:ptCount val="1"/>
                <c:pt idx="0">
                  <c:v>Series 1</c:v>
                </c:pt>
              </c:strCache>
            </c:strRef>
          </c:tx>
          <c:spPr>
            <a:solidFill>
              <a:srgbClr val="F6323E"/>
            </a:solidFill>
          </c:spPr>
          <c:invertIfNegative val="0"/>
          <c:cat>
            <c:numRef>
              <c:f>Sheet1!$A$2</c:f>
              <c:numCache>
                <c:formatCode>General</c:formatCode>
                <c:ptCount val="1"/>
              </c:numCache>
            </c:numRef>
          </c:cat>
          <c:val>
            <c:numRef>
              <c:f>Sheet1!$B$2</c:f>
              <c:numCache>
                <c:formatCode>General</c:formatCode>
                <c:ptCount val="1"/>
                <c:pt idx="0">
                  <c:v>40</c:v>
                </c:pt>
              </c:numCache>
            </c:numRef>
          </c:val>
          <c:extLst>
            <c:ext xmlns:c16="http://schemas.microsoft.com/office/drawing/2014/chart" uri="{C3380CC4-5D6E-409C-BE32-E72D297353CC}">
              <c16:uniqueId val="{00000000-3077-4AD5-A9CA-65F4E53848AA}"/>
            </c:ext>
          </c:extLst>
        </c:ser>
        <c:ser>
          <c:idx val="1"/>
          <c:order val="1"/>
          <c:tx>
            <c:strRef>
              <c:f>Sheet1!$C$1</c:f>
              <c:strCache>
                <c:ptCount val="1"/>
                <c:pt idx="0">
                  <c:v>Series 2</c:v>
                </c:pt>
              </c:strCache>
            </c:strRef>
          </c:tx>
          <c:spPr>
            <a:solidFill>
              <a:srgbClr val="CCCCCB"/>
            </a:solidFill>
          </c:spPr>
          <c:invertIfNegative val="0"/>
          <c:cat>
            <c:numRef>
              <c:f>Sheet1!$A$2</c:f>
              <c:numCache>
                <c:formatCode>General</c:formatCode>
                <c:ptCount val="1"/>
              </c:numCache>
            </c:numRef>
          </c:cat>
          <c:val>
            <c:numRef>
              <c:f>Sheet1!$C$2</c:f>
              <c:numCache>
                <c:formatCode>General</c:formatCode>
                <c:ptCount val="1"/>
                <c:pt idx="0">
                  <c:v>2.4</c:v>
                </c:pt>
              </c:numCache>
            </c:numRef>
          </c:val>
          <c:extLst>
            <c:ext xmlns:c16="http://schemas.microsoft.com/office/drawing/2014/chart" uri="{C3380CC4-5D6E-409C-BE32-E72D297353CC}">
              <c16:uniqueId val="{00000001-3077-4AD5-A9CA-65F4E53848AA}"/>
            </c:ext>
          </c:extLst>
        </c:ser>
        <c:dLbls>
          <c:showLegendKey val="0"/>
          <c:showVal val="0"/>
          <c:showCatName val="0"/>
          <c:showSerName val="0"/>
          <c:showPercent val="0"/>
          <c:showBubbleSize val="0"/>
        </c:dLbls>
        <c:gapWidth val="150"/>
        <c:overlap val="100"/>
        <c:axId val="1321406880"/>
        <c:axId val="1321409056"/>
      </c:barChart>
      <c:catAx>
        <c:axId val="1321406880"/>
        <c:scaling>
          <c:orientation val="minMax"/>
        </c:scaling>
        <c:delete val="1"/>
        <c:axPos val="l"/>
        <c:numFmt formatCode="General" sourceLinked="1"/>
        <c:majorTickMark val="out"/>
        <c:minorTickMark val="none"/>
        <c:tickLblPos val="nextTo"/>
        <c:crossAx val="1321409056"/>
        <c:crosses val="autoZero"/>
        <c:auto val="1"/>
        <c:lblAlgn val="ctr"/>
        <c:lblOffset val="100"/>
        <c:noMultiLvlLbl val="0"/>
      </c:catAx>
      <c:valAx>
        <c:axId val="1321409056"/>
        <c:scaling>
          <c:orientation val="minMax"/>
        </c:scaling>
        <c:delete val="1"/>
        <c:axPos val="b"/>
        <c:numFmt formatCode="0%" sourceLinked="1"/>
        <c:majorTickMark val="out"/>
        <c:minorTickMark val="none"/>
        <c:tickLblPos val="nextTo"/>
        <c:crossAx val="1321406880"/>
        <c:crosses val="autoZero"/>
        <c:crossBetween val="between"/>
      </c:valAx>
      <c:spPr>
        <a:noFill/>
        <a:ln w="25400">
          <a:noFill/>
        </a:ln>
      </c:spPr>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90"/>
      </c:doughnutChart>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noFill/>
            </c:spPr>
            <c:extLst>
              <c:ext xmlns:c16="http://schemas.microsoft.com/office/drawing/2014/chart" uri="{C3380CC4-5D6E-409C-BE32-E72D297353CC}">
                <c16:uniqueId val="{00000001-78CD-4B14-B9C0-96418275AA7E}"/>
              </c:ext>
            </c:extLst>
          </c:dPt>
          <c:dPt>
            <c:idx val="1"/>
            <c:bubble3D val="0"/>
            <c:spPr>
              <a:solidFill>
                <a:srgbClr val="CCCCCC"/>
              </a:solidFill>
              <a:effectLst>
                <a:outerShdw blurRad="50800" dist="38100" dir="8100000" algn="tr" rotWithShape="0">
                  <a:prstClr val="black">
                    <a:alpha val="40000"/>
                  </a:prstClr>
                </a:outerShdw>
              </a:effectLst>
            </c:spPr>
            <c:extLst>
              <c:ext xmlns:c16="http://schemas.microsoft.com/office/drawing/2014/chart" uri="{C3380CC4-5D6E-409C-BE32-E72D297353CC}">
                <c16:uniqueId val="{00000003-78CD-4B14-B9C0-96418275AA7E}"/>
              </c:ext>
            </c:extLst>
          </c:dPt>
          <c:cat>
            <c:strRef>
              <c:f>Sheet1!$A$2:$A$3</c:f>
              <c:strCache>
                <c:ptCount val="1"/>
                <c:pt idx="0">
                  <c:v>1st Qtr</c:v>
                </c:pt>
              </c:strCache>
            </c:strRef>
          </c:cat>
          <c:val>
            <c:numRef>
              <c:f>Sheet1!$B$2:$B$3</c:f>
              <c:numCache>
                <c:formatCode>General</c:formatCode>
                <c:ptCount val="2"/>
                <c:pt idx="0">
                  <c:v>50</c:v>
                </c:pt>
                <c:pt idx="1">
                  <c:v>50</c:v>
                </c:pt>
              </c:numCache>
            </c:numRef>
          </c:val>
          <c:extLst>
            <c:ext xmlns:c16="http://schemas.microsoft.com/office/drawing/2014/chart" uri="{C3380CC4-5D6E-409C-BE32-E72D297353CC}">
              <c16:uniqueId val="{00000004-78CD-4B14-B9C0-96418275AA7E}"/>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rgbClr val="F6323E"/>
            </a:solidFill>
          </c:spPr>
          <c:dPt>
            <c:idx val="0"/>
            <c:bubble3D val="0"/>
            <c:spPr>
              <a:solidFill>
                <a:srgbClr val="F6323E"/>
              </a:solidFill>
              <a:effectLst>
                <a:outerShdw blurRad="50800" dist="38100" dir="8100000" algn="tr" rotWithShape="0">
                  <a:prstClr val="black">
                    <a:alpha val="40000"/>
                  </a:prstClr>
                </a:outerShdw>
              </a:effectLst>
            </c:spPr>
            <c:extLst>
              <c:ext xmlns:c16="http://schemas.microsoft.com/office/drawing/2014/chart" uri="{C3380CC4-5D6E-409C-BE32-E72D297353CC}">
                <c16:uniqueId val="{00000001-D3B7-4326-B6CD-4CC5157A28E5}"/>
              </c:ext>
            </c:extLst>
          </c:dPt>
          <c:dPt>
            <c:idx val="1"/>
            <c:bubble3D val="0"/>
            <c:spPr>
              <a:noFill/>
            </c:spPr>
            <c:extLst>
              <c:ext xmlns:c16="http://schemas.microsoft.com/office/drawing/2014/chart" uri="{C3380CC4-5D6E-409C-BE32-E72D297353CC}">
                <c16:uniqueId val="{00000003-D3B7-4326-B6CD-4CC5157A28E5}"/>
              </c:ext>
            </c:extLst>
          </c:dPt>
          <c:cat>
            <c:strRef>
              <c:f>Sheet1!$A$2:$A$3</c:f>
              <c:strCache>
                <c:ptCount val="1"/>
                <c:pt idx="0">
                  <c:v>1st Qtr</c:v>
                </c:pt>
              </c:strCache>
            </c:strRef>
          </c:cat>
          <c:val>
            <c:numRef>
              <c:f>Sheet1!$B$2:$B$3</c:f>
              <c:numCache>
                <c:formatCode>General</c:formatCode>
                <c:ptCount val="2"/>
                <c:pt idx="0">
                  <c:v>90</c:v>
                </c:pt>
                <c:pt idx="1">
                  <c:v>10</c:v>
                </c:pt>
              </c:numCache>
            </c:numRef>
          </c:val>
          <c:extLst>
            <c:ext xmlns:c16="http://schemas.microsoft.com/office/drawing/2014/chart" uri="{C3380CC4-5D6E-409C-BE32-E72D297353CC}">
              <c16:uniqueId val="{00000004-D3B7-4326-B6CD-4CC5157A28E5}"/>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90"/>
      </c:doughnutChart>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noFill/>
            </c:spPr>
            <c:extLst>
              <c:ext xmlns:c16="http://schemas.microsoft.com/office/drawing/2014/chart" uri="{C3380CC4-5D6E-409C-BE32-E72D297353CC}">
                <c16:uniqueId val="{00000001-78CD-4B14-B9C0-96418275AA7E}"/>
              </c:ext>
            </c:extLst>
          </c:dPt>
          <c:dPt>
            <c:idx val="1"/>
            <c:bubble3D val="0"/>
            <c:spPr>
              <a:solidFill>
                <a:srgbClr val="CCCCCC"/>
              </a:solidFill>
              <a:effectLst>
                <a:outerShdw blurRad="50800" dist="38100" dir="8100000" algn="tr" rotWithShape="0">
                  <a:prstClr val="black">
                    <a:alpha val="40000"/>
                  </a:prstClr>
                </a:outerShdw>
              </a:effectLst>
            </c:spPr>
            <c:extLst>
              <c:ext xmlns:c16="http://schemas.microsoft.com/office/drawing/2014/chart" uri="{C3380CC4-5D6E-409C-BE32-E72D297353CC}">
                <c16:uniqueId val="{00000003-78CD-4B14-B9C0-96418275AA7E}"/>
              </c:ext>
            </c:extLst>
          </c:dPt>
          <c:cat>
            <c:strRef>
              <c:f>Sheet1!$A$2:$A$3</c:f>
              <c:strCache>
                <c:ptCount val="1"/>
                <c:pt idx="0">
                  <c:v>1st Qtr</c:v>
                </c:pt>
              </c:strCache>
            </c:strRef>
          </c:cat>
          <c:val>
            <c:numRef>
              <c:f>Sheet1!$B$2:$B$3</c:f>
              <c:numCache>
                <c:formatCode>General</c:formatCode>
                <c:ptCount val="2"/>
                <c:pt idx="0">
                  <c:v>50</c:v>
                </c:pt>
                <c:pt idx="1">
                  <c:v>50</c:v>
                </c:pt>
              </c:numCache>
            </c:numRef>
          </c:val>
          <c:extLst>
            <c:ext xmlns:c16="http://schemas.microsoft.com/office/drawing/2014/chart" uri="{C3380CC4-5D6E-409C-BE32-E72D297353CC}">
              <c16:uniqueId val="{00000004-78CD-4B14-B9C0-96418275AA7E}"/>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rgbClr val="F6323E"/>
            </a:solidFill>
          </c:spPr>
          <c:dPt>
            <c:idx val="0"/>
            <c:bubble3D val="0"/>
            <c:spPr>
              <a:solidFill>
                <a:srgbClr val="F6323E"/>
              </a:solidFill>
              <a:effectLst>
                <a:outerShdw blurRad="50800" dist="38100" dir="8100000" algn="tr" rotWithShape="0">
                  <a:prstClr val="black">
                    <a:alpha val="40000"/>
                  </a:prstClr>
                </a:outerShdw>
              </a:effectLst>
            </c:spPr>
            <c:extLst>
              <c:ext xmlns:c16="http://schemas.microsoft.com/office/drawing/2014/chart" uri="{C3380CC4-5D6E-409C-BE32-E72D297353CC}">
                <c16:uniqueId val="{00000001-D3B7-4326-B6CD-4CC5157A28E5}"/>
              </c:ext>
            </c:extLst>
          </c:dPt>
          <c:dPt>
            <c:idx val="1"/>
            <c:bubble3D val="0"/>
            <c:spPr>
              <a:noFill/>
            </c:spPr>
            <c:extLst>
              <c:ext xmlns:c16="http://schemas.microsoft.com/office/drawing/2014/chart" uri="{C3380CC4-5D6E-409C-BE32-E72D297353CC}">
                <c16:uniqueId val="{00000003-D3B7-4326-B6CD-4CC5157A28E5}"/>
              </c:ext>
            </c:extLst>
          </c:dPt>
          <c:cat>
            <c:strRef>
              <c:f>Sheet1!$A$2:$A$3</c:f>
              <c:strCache>
                <c:ptCount val="1"/>
                <c:pt idx="0">
                  <c:v>1st Qtr</c:v>
                </c:pt>
              </c:strCache>
            </c:strRef>
          </c:cat>
          <c:val>
            <c:numRef>
              <c:f>Sheet1!$B$2:$B$3</c:f>
              <c:numCache>
                <c:formatCode>General</c:formatCode>
                <c:ptCount val="2"/>
                <c:pt idx="0">
                  <c:v>90</c:v>
                </c:pt>
                <c:pt idx="1">
                  <c:v>10</c:v>
                </c:pt>
              </c:numCache>
            </c:numRef>
          </c:val>
          <c:extLst>
            <c:ext xmlns:c16="http://schemas.microsoft.com/office/drawing/2014/chart" uri="{C3380CC4-5D6E-409C-BE32-E72D297353CC}">
              <c16:uniqueId val="{00000004-D3B7-4326-B6CD-4CC5157A28E5}"/>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90"/>
      </c:doughnutChart>
    </c:plotArea>
    <c:plotVisOnly val="1"/>
    <c:dispBlanksAs val="gap"/>
    <c:showDLblsOverMax val="0"/>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90"/>
      </c:doughnutChart>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9" name="Google Shape;38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7" name="Google Shape;39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5" name="Google Shape;41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1" name="Google Shape;43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8" name="Google Shape;43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5" name="Google Shape;44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2" name="Google Shape;45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2" name="Google Shape;48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9" name="Google Shape;489;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6" name="Google Shape;49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3" name="Google Shape;50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0" name="Google Shape;51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8" name="Google Shape;51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6" name="Google Shape;52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8" name="Google Shape;53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 Id="rId5" Type="http://schemas.openxmlformats.org/officeDocument/2006/relationships/chart" Target="../charts/chart4.xml"/><Relationship Id="rId4" Type="http://schemas.openxmlformats.org/officeDocument/2006/relationships/chart" Target="../charts/chart3.xml"/></Relationships>
</file>

<file path=ppt/slideLayouts/_rels/slideLayout13.xml.rels><?xml version="1.0" encoding="UTF-8" standalone="yes"?>
<Relationships xmlns="http://schemas.openxmlformats.org/package/2006/relationships"><Relationship Id="rId3" Type="http://schemas.openxmlformats.org/officeDocument/2006/relationships/chart" Target="../charts/chart6.xml"/><Relationship Id="rId7" Type="http://schemas.openxmlformats.org/officeDocument/2006/relationships/chart" Target="../charts/chart10.xml"/><Relationship Id="rId2" Type="http://schemas.openxmlformats.org/officeDocument/2006/relationships/chart" Target="../charts/chart5.xml"/><Relationship Id="rId1" Type="http://schemas.openxmlformats.org/officeDocument/2006/relationships/slideMaster" Target="../slideMasters/slideMaster1.xml"/><Relationship Id="rId6" Type="http://schemas.openxmlformats.org/officeDocument/2006/relationships/chart" Target="../charts/chart9.xml"/><Relationship Id="rId5" Type="http://schemas.openxmlformats.org/officeDocument/2006/relationships/chart" Target="../charts/chart8.xml"/><Relationship Id="rId4" Type="http://schemas.openxmlformats.org/officeDocument/2006/relationships/chart" Target="../charts/chart7.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hart" Target="../charts/chart11.xml"/><Relationship Id="rId1" Type="http://schemas.openxmlformats.org/officeDocument/2006/relationships/slideMaster" Target="../slideMasters/slideMaster1.xml"/><Relationship Id="rId4" Type="http://schemas.openxmlformats.org/officeDocument/2006/relationships/chart" Target="../charts/chart1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4"/>
        <p:cNvGrpSpPr/>
        <p:nvPr/>
      </p:nvGrpSpPr>
      <p:grpSpPr>
        <a:xfrm>
          <a:off x="0" y="0"/>
          <a:ext cx="0" cy="0"/>
          <a:chOff x="0" y="0"/>
          <a:chExt cx="0" cy="0"/>
        </a:xfrm>
      </p:grpSpPr>
      <p:sp>
        <p:nvSpPr>
          <p:cNvPr id="15" name="Google Shape;15;p21"/>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1"/>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1pPr>
            <a:lvl2pPr marR="0" lvl="1" algn="ctr"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2pPr>
            <a:lvl3pPr marR="0" lvl="2" algn="ctr" rtl="0">
              <a:lnSpc>
                <a:spcPct val="90000"/>
              </a:lnSpc>
              <a:spcBef>
                <a:spcPts val="375"/>
              </a:spcBef>
              <a:spcAft>
                <a:spcPts val="0"/>
              </a:spcAft>
              <a:buClr>
                <a:schemeClr val="dk1"/>
              </a:buClr>
              <a:buSzPts val="1350"/>
              <a:buFont typeface="Arial"/>
              <a:buNone/>
              <a:defRPr sz="1350" b="0" i="0" u="none" strike="noStrike" cap="none">
                <a:solidFill>
                  <a:schemeClr val="dk1"/>
                </a:solidFill>
                <a:latin typeface="Calibri"/>
                <a:ea typeface="Calibri"/>
                <a:cs typeface="Calibri"/>
                <a:sym typeface="Calibri"/>
              </a:defRPr>
            </a:lvl3pPr>
            <a:lvl4pPr marR="0" lvl="3"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4pPr>
            <a:lvl5pPr marR="0" lvl="4"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5pPr>
            <a:lvl6pPr marR="0" lvl="5"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6pPr>
            <a:lvl7pPr marR="0" lvl="6"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7pPr>
            <a:lvl8pPr marR="0" lvl="7"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8pPr>
            <a:lvl9pPr marR="0" lvl="8"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17" name="Google Shape;17;p21"/>
          <p:cNvSpPr txBox="1">
            <a:spLocks noGrp="1"/>
          </p:cNvSpPr>
          <p:nvPr>
            <p:ph type="dt" idx="10"/>
          </p:nvPr>
        </p:nvSpPr>
        <p:spPr>
          <a:xfrm>
            <a:off x="663921" y="4653887"/>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E72D4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6616976" y="4012406"/>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E72D40"/>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E72D40"/>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E72D40"/>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E72D40"/>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E72D40"/>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E72D40"/>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E72D40"/>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E72D40"/>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E72D40"/>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1"/>
          <p:cNvSpPr/>
          <p:nvPr/>
        </p:nvSpPr>
        <p:spPr>
          <a:xfrm>
            <a:off x="0" y="0"/>
            <a:ext cx="9144000" cy="4653887"/>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pos="397">
          <p15:clr>
            <a:srgbClr val="FBAE40"/>
          </p15:clr>
        </p15:guide>
        <p15:guide id="2" orient="horz" pos="378">
          <p15:clr>
            <a:srgbClr val="FBAE40"/>
          </p15:clr>
        </p15:guide>
        <p15:guide id="3" orient="horz" pos="923">
          <p15:clr>
            <a:srgbClr val="FBAE40"/>
          </p15:clr>
        </p15:guide>
        <p15:guide id="4" orient="horz" pos="1756">
          <p15:clr>
            <a:srgbClr val="FBAE40"/>
          </p15:clr>
        </p15:guide>
        <p15:guide id="5" pos="332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vider">
  <p:cSld name="Divider">
    <p:spTree>
      <p:nvGrpSpPr>
        <p:cNvPr id="1" name="Shape 29"/>
        <p:cNvGrpSpPr/>
        <p:nvPr/>
      </p:nvGrpSpPr>
      <p:grpSpPr>
        <a:xfrm>
          <a:off x="0" y="0"/>
          <a:ext cx="0" cy="0"/>
          <a:chOff x="0" y="0"/>
          <a:chExt cx="0" cy="0"/>
        </a:xfrm>
      </p:grpSpPr>
      <p:sp>
        <p:nvSpPr>
          <p:cNvPr id="30" name="Google Shape;30;p23"/>
          <p:cNvSpPr/>
          <p:nvPr/>
        </p:nvSpPr>
        <p:spPr>
          <a:xfrm>
            <a:off x="-431" y="0"/>
            <a:ext cx="9144000" cy="5143500"/>
          </a:xfrm>
          <a:prstGeom prst="rect">
            <a:avLst/>
          </a:prstGeom>
          <a:solidFill>
            <a:srgbClr val="F1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 name="Google Shape;31;p23"/>
          <p:cNvSpPr txBox="1">
            <a:spLocks noGrp="1"/>
          </p:cNvSpPr>
          <p:nvPr>
            <p:ph type="title"/>
          </p:nvPr>
        </p:nvSpPr>
        <p:spPr>
          <a:xfrm>
            <a:off x="630238" y="544498"/>
            <a:ext cx="5990568" cy="56240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2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pic>
        <p:nvPicPr>
          <p:cNvPr id="35" name="Google Shape;35;p23"/>
          <p:cNvPicPr preferRelativeResize="0"/>
          <p:nvPr/>
        </p:nvPicPr>
        <p:blipFill rotWithShape="1">
          <a:blip r:embed="rId2">
            <a:alphaModFix/>
          </a:blip>
          <a:srcRect/>
          <a:stretch/>
        </p:blipFill>
        <p:spPr>
          <a:xfrm>
            <a:off x="7611920" y="303610"/>
            <a:ext cx="909780" cy="242888"/>
          </a:xfrm>
          <a:prstGeom prst="rect">
            <a:avLst/>
          </a:prstGeom>
          <a:noFill/>
          <a:ln>
            <a:noFill/>
          </a:ln>
        </p:spPr>
      </p:pic>
      <p:sp>
        <p:nvSpPr>
          <p:cNvPr id="36" name="Google Shape;36;p23"/>
          <p:cNvSpPr/>
          <p:nvPr/>
        </p:nvSpPr>
        <p:spPr>
          <a:xfrm>
            <a:off x="0" y="0"/>
            <a:ext cx="9144000" cy="5143500"/>
          </a:xfrm>
          <a:prstGeom prst="rect">
            <a:avLst/>
          </a:prstGeom>
          <a:solidFill>
            <a:srgbClr val="F1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2 Line Title and Content">
  <p:cSld name="1_2 Line Title and Content">
    <p:spTree>
      <p:nvGrpSpPr>
        <p:cNvPr id="1" name="Shape 38"/>
        <p:cNvGrpSpPr/>
        <p:nvPr/>
      </p:nvGrpSpPr>
      <p:grpSpPr>
        <a:xfrm>
          <a:off x="0" y="0"/>
          <a:ext cx="0" cy="0"/>
          <a:chOff x="0" y="0"/>
          <a:chExt cx="0" cy="0"/>
        </a:xfrm>
      </p:grpSpPr>
      <p:sp>
        <p:nvSpPr>
          <p:cNvPr id="39" name="Google Shape;39;p2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
        <p:nvSpPr>
          <p:cNvPr id="41" name="Google Shape;41;p24"/>
          <p:cNvSpPr txBox="1">
            <a:spLocks noGrp="1"/>
          </p:cNvSpPr>
          <p:nvPr>
            <p:ph type="body" idx="1"/>
          </p:nvPr>
        </p:nvSpPr>
        <p:spPr>
          <a:xfrm>
            <a:off x="3303588" y="1816100"/>
            <a:ext cx="5265737" cy="26193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42" name="Google Shape;42;p24"/>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43" name="Google Shape;43;p24"/>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pos="397">
          <p15:clr>
            <a:srgbClr val="FBAE40"/>
          </p15:clr>
        </p15:guide>
        <p15:guide id="2" orient="horz" pos="378">
          <p15:clr>
            <a:srgbClr val="FBAE40"/>
          </p15:clr>
        </p15:guide>
        <p15:guide id="3" orient="horz" pos="923">
          <p15:clr>
            <a:srgbClr val="FBAE40"/>
          </p15:clr>
        </p15:guide>
        <p15:guide id="4" orient="horz" pos="2794">
          <p15:clr>
            <a:srgbClr val="FBAE40"/>
          </p15:clr>
        </p15:guide>
        <p15:guide id="5" pos="2081">
          <p15:clr>
            <a:srgbClr val="FBAE40"/>
          </p15:clr>
        </p15:guide>
        <p15:guide id="6" orient="horz" pos="11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Doughnut Chart">
  <p:cSld name="Title and Doughnut Chart">
    <p:spTree>
      <p:nvGrpSpPr>
        <p:cNvPr id="1" name="Shape 45"/>
        <p:cNvGrpSpPr/>
        <p:nvPr/>
      </p:nvGrpSpPr>
      <p:grpSpPr>
        <a:xfrm>
          <a:off x="0" y="0"/>
          <a:ext cx="0" cy="0"/>
          <a:chOff x="0" y="0"/>
          <a:chExt cx="0" cy="0"/>
        </a:xfrm>
      </p:grpSpPr>
      <p:sp>
        <p:nvSpPr>
          <p:cNvPr id="46" name="Google Shape;46;p2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
        <p:nvSpPr>
          <p:cNvPr id="48" name="Google Shape;48;p25"/>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49" name="Google Shape;49;p25"/>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9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and 3 picture with caption">
  <p:cSld name="Title and 3 picture with caption">
    <p:spTree>
      <p:nvGrpSpPr>
        <p:cNvPr id="1" name="Shape 59"/>
        <p:cNvGrpSpPr/>
        <p:nvPr/>
      </p:nvGrpSpPr>
      <p:grpSpPr>
        <a:xfrm>
          <a:off x="0" y="0"/>
          <a:ext cx="0" cy="0"/>
          <a:chOff x="0" y="0"/>
          <a:chExt cx="0" cy="0"/>
        </a:xfrm>
      </p:grpSpPr>
      <p:sp>
        <p:nvSpPr>
          <p:cNvPr id="60" name="Google Shape;60;p27"/>
          <p:cNvSpPr/>
          <p:nvPr/>
        </p:nvSpPr>
        <p:spPr>
          <a:xfrm>
            <a:off x="0" y="0"/>
            <a:ext cx="9144000" cy="3031236"/>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61" name="Google Shape;61;p27"/>
          <p:cNvSpPr/>
          <p:nvPr/>
        </p:nvSpPr>
        <p:spPr>
          <a:xfrm>
            <a:off x="0" y="0"/>
            <a:ext cx="9144000" cy="3031236"/>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62" name="Google Shape;62;p27"/>
          <p:cNvSpPr txBox="1">
            <a:spLocks noGrp="1"/>
          </p:cNvSpPr>
          <p:nvPr>
            <p:ph type="title"/>
          </p:nvPr>
        </p:nvSpPr>
        <p:spPr>
          <a:xfrm>
            <a:off x="629841" y="600075"/>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7"/>
          <p:cNvSpPr>
            <a:spLocks noGrp="1"/>
          </p:cNvSpPr>
          <p:nvPr>
            <p:ph type="pic" idx="2"/>
          </p:nvPr>
        </p:nvSpPr>
        <p:spPr>
          <a:xfrm>
            <a:off x="1445363" y="1382268"/>
            <a:ext cx="1668121" cy="1946672"/>
          </a:xfrm>
          <a:prstGeom prst="rect">
            <a:avLst/>
          </a:prstGeom>
          <a:noFill/>
          <a:ln>
            <a:noFill/>
          </a:ln>
          <a:effectLst>
            <a:outerShdw blurRad="50800" dist="38100" dir="10800000" algn="r" rotWithShape="0">
              <a:srgbClr val="000000">
                <a:alpha val="40000"/>
              </a:srgbClr>
            </a:outerShdw>
          </a:effectLst>
        </p:spPr>
      </p:sp>
      <p:sp>
        <p:nvSpPr>
          <p:cNvPr id="64" name="Google Shape;64;p27"/>
          <p:cNvSpPr>
            <a:spLocks noGrp="1"/>
          </p:cNvSpPr>
          <p:nvPr>
            <p:ph type="pic" idx="3"/>
          </p:nvPr>
        </p:nvSpPr>
        <p:spPr>
          <a:xfrm>
            <a:off x="3744984" y="1382268"/>
            <a:ext cx="1654032" cy="1946672"/>
          </a:xfrm>
          <a:prstGeom prst="rect">
            <a:avLst/>
          </a:prstGeom>
          <a:noFill/>
          <a:ln>
            <a:noFill/>
          </a:ln>
          <a:effectLst>
            <a:outerShdw blurRad="50800" dist="38100" dir="10800000" algn="r" rotWithShape="0">
              <a:srgbClr val="000000">
                <a:alpha val="40000"/>
              </a:srgbClr>
            </a:outerShdw>
          </a:effectLst>
        </p:spPr>
      </p:sp>
      <p:sp>
        <p:nvSpPr>
          <p:cNvPr id="65" name="Google Shape;65;p27"/>
          <p:cNvSpPr>
            <a:spLocks noGrp="1"/>
          </p:cNvSpPr>
          <p:nvPr>
            <p:ph type="pic" idx="4"/>
          </p:nvPr>
        </p:nvSpPr>
        <p:spPr>
          <a:xfrm>
            <a:off x="6055443" y="1382268"/>
            <a:ext cx="1654032" cy="1946672"/>
          </a:xfrm>
          <a:prstGeom prst="rect">
            <a:avLst/>
          </a:prstGeom>
          <a:noFill/>
          <a:ln>
            <a:noFill/>
          </a:ln>
          <a:effectLst>
            <a:outerShdw blurRad="50800" dist="38100" dir="10800000" algn="r" rotWithShape="0">
              <a:srgbClr val="000000">
                <a:alpha val="40000"/>
              </a:srgbClr>
            </a:outerShdw>
          </a:effectLst>
        </p:spPr>
      </p:sp>
      <p:sp>
        <p:nvSpPr>
          <p:cNvPr id="66" name="Google Shape;66;p27"/>
          <p:cNvSpPr txBox="1">
            <a:spLocks noGrp="1"/>
          </p:cNvSpPr>
          <p:nvPr>
            <p:ph type="body" idx="1"/>
          </p:nvPr>
        </p:nvSpPr>
        <p:spPr>
          <a:xfrm>
            <a:off x="1439466" y="3519224"/>
            <a:ext cx="1674019" cy="276489"/>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90000"/>
              </a:lnSpc>
              <a:spcBef>
                <a:spcPts val="750"/>
              </a:spcBef>
              <a:spcAft>
                <a:spcPts val="0"/>
              </a:spcAft>
              <a:buClr>
                <a:srgbClr val="FF0000"/>
              </a:buClr>
              <a:buSzPts val="1215"/>
              <a:buFont typeface="Arial"/>
              <a:buNone/>
              <a:defRPr sz="1215" b="1" i="0" u="none" strike="noStrike" cap="none">
                <a:solidFill>
                  <a:srgbClr val="FF0000"/>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67" name="Google Shape;67;p27"/>
          <p:cNvSpPr txBox="1">
            <a:spLocks noGrp="1"/>
          </p:cNvSpPr>
          <p:nvPr>
            <p:ph type="body" idx="5"/>
          </p:nvPr>
        </p:nvSpPr>
        <p:spPr>
          <a:xfrm>
            <a:off x="3744985" y="3519224"/>
            <a:ext cx="1654032" cy="276489"/>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90000"/>
              </a:lnSpc>
              <a:spcBef>
                <a:spcPts val="750"/>
              </a:spcBef>
              <a:spcAft>
                <a:spcPts val="0"/>
              </a:spcAft>
              <a:buClr>
                <a:srgbClr val="FF0000"/>
              </a:buClr>
              <a:buSzPts val="1215"/>
              <a:buFont typeface="Arial"/>
              <a:buNone/>
              <a:defRPr sz="1215" b="1" i="0" u="none" strike="noStrike" cap="none">
                <a:solidFill>
                  <a:srgbClr val="FF0000"/>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68" name="Google Shape;68;p27"/>
          <p:cNvSpPr txBox="1">
            <a:spLocks noGrp="1"/>
          </p:cNvSpPr>
          <p:nvPr>
            <p:ph type="body" idx="6"/>
          </p:nvPr>
        </p:nvSpPr>
        <p:spPr>
          <a:xfrm>
            <a:off x="6050503" y="3519223"/>
            <a:ext cx="1654032" cy="283960"/>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90000"/>
              </a:lnSpc>
              <a:spcBef>
                <a:spcPts val="750"/>
              </a:spcBef>
              <a:spcAft>
                <a:spcPts val="0"/>
              </a:spcAft>
              <a:buClr>
                <a:srgbClr val="FF0000"/>
              </a:buClr>
              <a:buSzPts val="1215"/>
              <a:buFont typeface="Arial"/>
              <a:buNone/>
              <a:defRPr sz="1215" b="1" i="0" u="none" strike="noStrike" cap="none">
                <a:solidFill>
                  <a:srgbClr val="FF0000"/>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69" name="Google Shape;69;p27"/>
          <p:cNvSpPr txBox="1">
            <a:spLocks noGrp="1"/>
          </p:cNvSpPr>
          <p:nvPr>
            <p:ph type="body" idx="7"/>
          </p:nvPr>
        </p:nvSpPr>
        <p:spPr>
          <a:xfrm>
            <a:off x="1439863" y="3862520"/>
            <a:ext cx="1674019" cy="67128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940"/>
              <a:buFont typeface="Arial"/>
              <a:buNone/>
              <a:defRPr sz="939"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70" name="Google Shape;70;p27"/>
          <p:cNvSpPr txBox="1">
            <a:spLocks noGrp="1"/>
          </p:cNvSpPr>
          <p:nvPr>
            <p:ph type="body" idx="8"/>
          </p:nvPr>
        </p:nvSpPr>
        <p:spPr>
          <a:xfrm>
            <a:off x="3735388" y="3862520"/>
            <a:ext cx="1674019" cy="67128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940"/>
              <a:buFont typeface="Arial"/>
              <a:buNone/>
              <a:defRPr sz="939"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71" name="Google Shape;71;p27"/>
          <p:cNvSpPr txBox="1">
            <a:spLocks noGrp="1"/>
          </p:cNvSpPr>
          <p:nvPr>
            <p:ph type="body" idx="9"/>
          </p:nvPr>
        </p:nvSpPr>
        <p:spPr>
          <a:xfrm>
            <a:off x="6050502" y="3862520"/>
            <a:ext cx="1658973" cy="67128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940"/>
              <a:buFont typeface="Arial"/>
              <a:buNone/>
              <a:defRPr sz="939"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72" name="Google Shape;72;p2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210">
          <p15:clr>
            <a:srgbClr val="FBAE40"/>
          </p15:clr>
        </p15:guide>
        <p15:guide id="2" orient="horz" pos="2391">
          <p15:clr>
            <a:srgbClr val="FBAE40"/>
          </p15:clr>
        </p15:guide>
        <p15:guide id="3" orient="horz" pos="2096">
          <p15:clr>
            <a:srgbClr val="FBAE40"/>
          </p15:clr>
        </p15:guide>
        <p15:guide id="4" orient="horz" pos="378">
          <p15:clr>
            <a:srgbClr val="FBAE40"/>
          </p15:clr>
        </p15:guide>
        <p15:guide id="5" pos="907">
          <p15:clr>
            <a:srgbClr val="FBAE40"/>
          </p15:clr>
        </p15:guide>
        <p15:guide id="6" orient="horz" pos="872">
          <p15:clr>
            <a:srgbClr val="FBAE40"/>
          </p15:clr>
        </p15:guide>
        <p15:guide id="7" pos="1961">
          <p15:clr>
            <a:srgbClr val="FBAE40"/>
          </p15:clr>
        </p15:guide>
        <p15:guide id="8" pos="2353">
          <p15:clr>
            <a:srgbClr val="FBAE40"/>
          </p15:clr>
        </p15:guide>
        <p15:guide id="9" pos="3407">
          <p15:clr>
            <a:srgbClr val="FBAE40"/>
          </p15:clr>
        </p15:guide>
        <p15:guide id="10" pos="3810">
          <p15:clr>
            <a:srgbClr val="FBAE40"/>
          </p15:clr>
        </p15:guide>
        <p15:guide id="11" pos="485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and Content">
  <p:cSld name="Title and Content">
    <p:spTree>
      <p:nvGrpSpPr>
        <p:cNvPr id="1" name="Shape 75"/>
        <p:cNvGrpSpPr/>
        <p:nvPr/>
      </p:nvGrpSpPr>
      <p:grpSpPr>
        <a:xfrm>
          <a:off x="0" y="0"/>
          <a:ext cx="0" cy="0"/>
          <a:chOff x="0" y="0"/>
          <a:chExt cx="0" cy="0"/>
        </a:xfrm>
      </p:grpSpPr>
      <p:sp>
        <p:nvSpPr>
          <p:cNvPr id="76" name="Google Shape;76;p28"/>
          <p:cNvSpPr/>
          <p:nvPr/>
        </p:nvSpPr>
        <p:spPr>
          <a:xfrm>
            <a:off x="0" y="0"/>
            <a:ext cx="9144000" cy="3031236"/>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77" name="Google Shape;77;p28"/>
          <p:cNvSpPr txBox="1">
            <a:spLocks noGrp="1"/>
          </p:cNvSpPr>
          <p:nvPr>
            <p:ph type="title"/>
          </p:nvPr>
        </p:nvSpPr>
        <p:spPr>
          <a:xfrm>
            <a:off x="629841" y="616199"/>
            <a:ext cx="3612150" cy="434679"/>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8"/>
          <p:cNvSpPr/>
          <p:nvPr/>
        </p:nvSpPr>
        <p:spPr>
          <a:xfrm>
            <a:off x="591700" y="1822542"/>
            <a:ext cx="1836663" cy="1843021"/>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79" name="Google Shape;79;p28"/>
          <p:cNvSpPr/>
          <p:nvPr/>
        </p:nvSpPr>
        <p:spPr>
          <a:xfrm>
            <a:off x="2586608" y="1819788"/>
            <a:ext cx="1818181" cy="1843021"/>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80" name="Google Shape;80;p28"/>
          <p:cNvSpPr/>
          <p:nvPr/>
        </p:nvSpPr>
        <p:spPr>
          <a:xfrm>
            <a:off x="6603923" y="1808792"/>
            <a:ext cx="1868349" cy="1843021"/>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81" name="Google Shape;81;p28"/>
          <p:cNvSpPr/>
          <p:nvPr/>
        </p:nvSpPr>
        <p:spPr>
          <a:xfrm>
            <a:off x="4604246" y="1819788"/>
            <a:ext cx="1843021" cy="1843021"/>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82" name="Google Shape;82;p28"/>
          <p:cNvSpPr/>
          <p:nvPr/>
        </p:nvSpPr>
        <p:spPr>
          <a:xfrm>
            <a:off x="673283" y="1950244"/>
            <a:ext cx="263289" cy="263289"/>
          </a:xfrm>
          <a:prstGeom prst="ellipse">
            <a:avLst/>
          </a:prstGeom>
          <a:solidFill>
            <a:srgbClr val="F1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83" name="Google Shape;83;p28"/>
          <p:cNvSpPr/>
          <p:nvPr/>
        </p:nvSpPr>
        <p:spPr>
          <a:xfrm>
            <a:off x="6777923" y="1956818"/>
            <a:ext cx="263289" cy="263289"/>
          </a:xfrm>
          <a:prstGeom prst="ellipse">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84" name="Google Shape;84;p28"/>
          <p:cNvSpPr/>
          <p:nvPr/>
        </p:nvSpPr>
        <p:spPr>
          <a:xfrm>
            <a:off x="4719917" y="1957683"/>
            <a:ext cx="263289" cy="263289"/>
          </a:xfrm>
          <a:prstGeom prst="ellipse">
            <a:avLst/>
          </a:prstGeom>
          <a:solidFill>
            <a:srgbClr val="F1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pic>
        <p:nvPicPr>
          <p:cNvPr id="85" name="Google Shape;85;p28"/>
          <p:cNvPicPr preferRelativeResize="0"/>
          <p:nvPr/>
        </p:nvPicPr>
        <p:blipFill rotWithShape="1">
          <a:blip r:embed="rId2">
            <a:alphaModFix/>
          </a:blip>
          <a:srcRect/>
          <a:stretch/>
        </p:blipFill>
        <p:spPr>
          <a:xfrm>
            <a:off x="755392" y="2035413"/>
            <a:ext cx="103152" cy="94468"/>
          </a:xfrm>
          <a:prstGeom prst="rect">
            <a:avLst/>
          </a:prstGeom>
          <a:noFill/>
          <a:ln>
            <a:noFill/>
          </a:ln>
        </p:spPr>
      </p:pic>
      <p:sp>
        <p:nvSpPr>
          <p:cNvPr id="86" name="Google Shape;86;p28"/>
          <p:cNvSpPr/>
          <p:nvPr/>
        </p:nvSpPr>
        <p:spPr>
          <a:xfrm>
            <a:off x="2681861" y="1946687"/>
            <a:ext cx="263289" cy="263289"/>
          </a:xfrm>
          <a:prstGeom prst="ellipse">
            <a:avLst/>
          </a:prstGeom>
          <a:solidFill>
            <a:srgbClr val="F1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pic>
        <p:nvPicPr>
          <p:cNvPr id="87" name="Google Shape;87;p28"/>
          <p:cNvPicPr preferRelativeResize="0"/>
          <p:nvPr/>
        </p:nvPicPr>
        <p:blipFill rotWithShape="1">
          <a:blip r:embed="rId2">
            <a:alphaModFix/>
          </a:blip>
          <a:srcRect/>
          <a:stretch/>
        </p:blipFill>
        <p:spPr>
          <a:xfrm>
            <a:off x="2763970" y="2028697"/>
            <a:ext cx="103152" cy="94468"/>
          </a:xfrm>
          <a:prstGeom prst="rect">
            <a:avLst/>
          </a:prstGeom>
          <a:noFill/>
          <a:ln>
            <a:noFill/>
          </a:ln>
        </p:spPr>
      </p:pic>
      <p:pic>
        <p:nvPicPr>
          <p:cNvPr id="88" name="Google Shape;88;p28"/>
          <p:cNvPicPr preferRelativeResize="0"/>
          <p:nvPr/>
        </p:nvPicPr>
        <p:blipFill rotWithShape="1">
          <a:blip r:embed="rId2">
            <a:alphaModFix/>
          </a:blip>
          <a:srcRect/>
          <a:stretch/>
        </p:blipFill>
        <p:spPr>
          <a:xfrm>
            <a:off x="6860032" y="2040628"/>
            <a:ext cx="103152" cy="94468"/>
          </a:xfrm>
          <a:prstGeom prst="rect">
            <a:avLst/>
          </a:prstGeom>
          <a:noFill/>
          <a:ln>
            <a:noFill/>
          </a:ln>
        </p:spPr>
      </p:pic>
      <p:pic>
        <p:nvPicPr>
          <p:cNvPr id="89" name="Google Shape;89;p28"/>
          <p:cNvPicPr preferRelativeResize="0"/>
          <p:nvPr/>
        </p:nvPicPr>
        <p:blipFill rotWithShape="1">
          <a:blip r:embed="rId2">
            <a:alphaModFix/>
          </a:blip>
          <a:srcRect/>
          <a:stretch/>
        </p:blipFill>
        <p:spPr>
          <a:xfrm>
            <a:off x="4802026" y="2044245"/>
            <a:ext cx="103152" cy="94468"/>
          </a:xfrm>
          <a:prstGeom prst="rect">
            <a:avLst/>
          </a:prstGeom>
          <a:noFill/>
          <a:ln>
            <a:noFill/>
          </a:ln>
        </p:spPr>
      </p:pic>
      <p:sp>
        <p:nvSpPr>
          <p:cNvPr id="90" name="Google Shape;90;p28"/>
          <p:cNvSpPr txBox="1">
            <a:spLocks noGrp="1"/>
          </p:cNvSpPr>
          <p:nvPr>
            <p:ph type="body" idx="1"/>
          </p:nvPr>
        </p:nvSpPr>
        <p:spPr>
          <a:xfrm>
            <a:off x="772836" y="2352226"/>
            <a:ext cx="1495407" cy="198546"/>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90000"/>
              </a:lnSpc>
              <a:spcBef>
                <a:spcPts val="750"/>
              </a:spcBef>
              <a:spcAft>
                <a:spcPts val="0"/>
              </a:spcAft>
              <a:buClr>
                <a:schemeClr val="dk1"/>
              </a:buClr>
              <a:buSzPts val="1215"/>
              <a:buFont typeface="Arial"/>
              <a:buNone/>
              <a:defRPr sz="1215"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91" name="Google Shape;91;p28"/>
          <p:cNvSpPr txBox="1">
            <a:spLocks noGrp="1"/>
          </p:cNvSpPr>
          <p:nvPr>
            <p:ph type="body" idx="2"/>
          </p:nvPr>
        </p:nvSpPr>
        <p:spPr>
          <a:xfrm>
            <a:off x="2752107" y="2352226"/>
            <a:ext cx="1495407" cy="198546"/>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90000"/>
              </a:lnSpc>
              <a:spcBef>
                <a:spcPts val="750"/>
              </a:spcBef>
              <a:spcAft>
                <a:spcPts val="0"/>
              </a:spcAft>
              <a:buClr>
                <a:schemeClr val="dk1"/>
              </a:buClr>
              <a:buSzPts val="1215"/>
              <a:buFont typeface="Arial"/>
              <a:buNone/>
              <a:defRPr sz="1215"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92" name="Google Shape;92;p28"/>
          <p:cNvSpPr txBox="1">
            <a:spLocks noGrp="1"/>
          </p:cNvSpPr>
          <p:nvPr>
            <p:ph type="body" idx="3"/>
          </p:nvPr>
        </p:nvSpPr>
        <p:spPr>
          <a:xfrm>
            <a:off x="4782484" y="2352226"/>
            <a:ext cx="1495407" cy="198546"/>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90000"/>
              </a:lnSpc>
              <a:spcBef>
                <a:spcPts val="750"/>
              </a:spcBef>
              <a:spcAft>
                <a:spcPts val="0"/>
              </a:spcAft>
              <a:buClr>
                <a:schemeClr val="dk1"/>
              </a:buClr>
              <a:buSzPts val="1215"/>
              <a:buFont typeface="Arial"/>
              <a:buNone/>
              <a:defRPr sz="1215"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93" name="Google Shape;93;p28"/>
          <p:cNvSpPr txBox="1">
            <a:spLocks noGrp="1"/>
          </p:cNvSpPr>
          <p:nvPr>
            <p:ph type="body" idx="4"/>
          </p:nvPr>
        </p:nvSpPr>
        <p:spPr>
          <a:xfrm>
            <a:off x="6844575" y="2352226"/>
            <a:ext cx="1495407" cy="198546"/>
          </a:xfrm>
          <a:prstGeom prst="rect">
            <a:avLst/>
          </a:prstGeom>
          <a:noFill/>
          <a:ln>
            <a:noFill/>
          </a:ln>
        </p:spPr>
        <p:txBody>
          <a:bodyPr spcFirstLastPara="1" wrap="square" lIns="91425" tIns="45700" rIns="91425" bIns="45700" anchor="t" anchorCtr="0">
            <a:normAutofit/>
          </a:bodyPr>
          <a:lstStyle>
            <a:lvl1pPr marL="457200" marR="0" lvl="0" indent="-228600" algn="ctr" rtl="0">
              <a:lnSpc>
                <a:spcPct val="90000"/>
              </a:lnSpc>
              <a:spcBef>
                <a:spcPts val="750"/>
              </a:spcBef>
              <a:spcAft>
                <a:spcPts val="0"/>
              </a:spcAft>
              <a:buClr>
                <a:schemeClr val="dk1"/>
              </a:buClr>
              <a:buSzPts val="1215"/>
              <a:buFont typeface="Arial"/>
              <a:buNone/>
              <a:defRPr sz="1215"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94" name="Google Shape;94;p28"/>
          <p:cNvSpPr txBox="1">
            <a:spLocks noGrp="1"/>
          </p:cNvSpPr>
          <p:nvPr>
            <p:ph type="body" idx="5"/>
          </p:nvPr>
        </p:nvSpPr>
        <p:spPr>
          <a:xfrm>
            <a:off x="766677" y="2633826"/>
            <a:ext cx="1495407" cy="80017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940"/>
              <a:buFont typeface="Arial"/>
              <a:buNone/>
              <a:defRPr sz="939"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95" name="Google Shape;95;p28"/>
          <p:cNvSpPr txBox="1">
            <a:spLocks noGrp="1"/>
          </p:cNvSpPr>
          <p:nvPr>
            <p:ph type="body" idx="6"/>
          </p:nvPr>
        </p:nvSpPr>
        <p:spPr>
          <a:xfrm>
            <a:off x="2752106" y="2633878"/>
            <a:ext cx="1495407" cy="80017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830"/>
              <a:buFont typeface="Arial"/>
              <a:buNone/>
              <a:defRPr sz="83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96" name="Google Shape;96;p28"/>
          <p:cNvSpPr txBox="1">
            <a:spLocks noGrp="1"/>
          </p:cNvSpPr>
          <p:nvPr>
            <p:ph type="body" idx="7"/>
          </p:nvPr>
        </p:nvSpPr>
        <p:spPr>
          <a:xfrm>
            <a:off x="4782484" y="2633826"/>
            <a:ext cx="1495407" cy="80017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830"/>
              <a:buFont typeface="Arial"/>
              <a:buNone/>
              <a:defRPr sz="83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97" name="Google Shape;97;p28"/>
          <p:cNvSpPr txBox="1">
            <a:spLocks noGrp="1"/>
          </p:cNvSpPr>
          <p:nvPr>
            <p:ph type="body" idx="8"/>
          </p:nvPr>
        </p:nvSpPr>
        <p:spPr>
          <a:xfrm>
            <a:off x="6843084" y="2633826"/>
            <a:ext cx="1495407" cy="80017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830"/>
              <a:buFont typeface="Arial"/>
              <a:buNone/>
              <a:defRPr sz="83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98" name="Google Shape;98;p28"/>
          <p:cNvSpPr txBox="1">
            <a:spLocks noGrp="1"/>
          </p:cNvSpPr>
          <p:nvPr>
            <p:ph type="dt" idx="10"/>
          </p:nvPr>
        </p:nvSpPr>
        <p:spPr>
          <a:xfrm>
            <a:off x="638175"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8"/>
          <p:cNvSpPr txBox="1">
            <a:spLocks noGrp="1"/>
          </p:cNvSpPr>
          <p:nvPr>
            <p:ph type="ftr" idx="11"/>
          </p:nvPr>
        </p:nvSpPr>
        <p:spPr>
          <a:xfrm>
            <a:off x="3038475" y="4767263"/>
            <a:ext cx="3086100" cy="2738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0" name="Google Shape;100;p28"/>
          <p:cNvSpPr txBox="1">
            <a:spLocks noGrp="1"/>
          </p:cNvSpPr>
          <p:nvPr>
            <p:ph type="sldNum" idx="12"/>
          </p:nvPr>
        </p:nvSpPr>
        <p:spPr>
          <a:xfrm>
            <a:off x="6467475"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pic>
        <p:nvPicPr>
          <p:cNvPr id="101" name="Google Shape;101;p28"/>
          <p:cNvPicPr preferRelativeResize="0"/>
          <p:nvPr/>
        </p:nvPicPr>
        <p:blipFill rotWithShape="1">
          <a:blip r:embed="rId3">
            <a:alphaModFix/>
          </a:blip>
          <a:srcRect/>
          <a:stretch/>
        </p:blipFill>
        <p:spPr>
          <a:xfrm>
            <a:off x="7611920" y="303610"/>
            <a:ext cx="909780" cy="242888"/>
          </a:xfrm>
          <a:prstGeom prst="rect">
            <a:avLst/>
          </a:prstGeom>
          <a:noFill/>
          <a:ln>
            <a:noFill/>
          </a:ln>
        </p:spPr>
      </p:pic>
      <p:sp>
        <p:nvSpPr>
          <p:cNvPr id="102" name="Google Shape;102;p28"/>
          <p:cNvSpPr/>
          <p:nvPr/>
        </p:nvSpPr>
        <p:spPr>
          <a:xfrm>
            <a:off x="0" y="0"/>
            <a:ext cx="9144000" cy="3031236"/>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03" name="Google Shape;103;p28"/>
          <p:cNvSpPr/>
          <p:nvPr/>
        </p:nvSpPr>
        <p:spPr>
          <a:xfrm>
            <a:off x="591700" y="1822543"/>
            <a:ext cx="1883480" cy="18900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04" name="Google Shape;104;p28"/>
          <p:cNvSpPr/>
          <p:nvPr/>
        </p:nvSpPr>
        <p:spPr>
          <a:xfrm>
            <a:off x="2611322" y="1819789"/>
            <a:ext cx="1864527" cy="18900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05" name="Google Shape;105;p28"/>
          <p:cNvSpPr/>
          <p:nvPr/>
        </p:nvSpPr>
        <p:spPr>
          <a:xfrm>
            <a:off x="6653351" y="1808793"/>
            <a:ext cx="1915974" cy="18900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06" name="Google Shape;106;p28"/>
          <p:cNvSpPr/>
          <p:nvPr/>
        </p:nvSpPr>
        <p:spPr>
          <a:xfrm>
            <a:off x="4604247" y="1819789"/>
            <a:ext cx="1890000" cy="18900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07" name="Google Shape;107;p28"/>
          <p:cNvSpPr/>
          <p:nvPr/>
        </p:nvSpPr>
        <p:spPr>
          <a:xfrm>
            <a:off x="673283" y="1950244"/>
            <a:ext cx="270000" cy="270000"/>
          </a:xfrm>
          <a:prstGeom prst="ellipse">
            <a:avLst/>
          </a:prstGeom>
          <a:solidFill>
            <a:srgbClr val="F1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08" name="Google Shape;108;p28"/>
          <p:cNvSpPr/>
          <p:nvPr/>
        </p:nvSpPr>
        <p:spPr>
          <a:xfrm>
            <a:off x="6777923" y="1956818"/>
            <a:ext cx="270000" cy="270000"/>
          </a:xfrm>
          <a:prstGeom prst="ellipse">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09" name="Google Shape;109;p28"/>
          <p:cNvSpPr/>
          <p:nvPr/>
        </p:nvSpPr>
        <p:spPr>
          <a:xfrm>
            <a:off x="4719917" y="1957683"/>
            <a:ext cx="270000" cy="270000"/>
          </a:xfrm>
          <a:prstGeom prst="ellipse">
            <a:avLst/>
          </a:prstGeom>
          <a:solidFill>
            <a:srgbClr val="F1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pic>
        <p:nvPicPr>
          <p:cNvPr id="110" name="Google Shape;110;p28"/>
          <p:cNvPicPr preferRelativeResize="0"/>
          <p:nvPr/>
        </p:nvPicPr>
        <p:blipFill rotWithShape="1">
          <a:blip r:embed="rId2">
            <a:alphaModFix/>
          </a:blip>
          <a:srcRect/>
          <a:stretch/>
        </p:blipFill>
        <p:spPr>
          <a:xfrm>
            <a:off x="755392" y="2035413"/>
            <a:ext cx="105782" cy="96876"/>
          </a:xfrm>
          <a:prstGeom prst="rect">
            <a:avLst/>
          </a:prstGeom>
          <a:noFill/>
          <a:ln>
            <a:noFill/>
          </a:ln>
        </p:spPr>
      </p:pic>
      <p:sp>
        <p:nvSpPr>
          <p:cNvPr id="111" name="Google Shape;111;p28"/>
          <p:cNvSpPr/>
          <p:nvPr/>
        </p:nvSpPr>
        <p:spPr>
          <a:xfrm>
            <a:off x="2681861" y="1946687"/>
            <a:ext cx="270000" cy="270000"/>
          </a:xfrm>
          <a:prstGeom prst="ellipse">
            <a:avLst/>
          </a:prstGeom>
          <a:solidFill>
            <a:srgbClr val="F1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pic>
        <p:nvPicPr>
          <p:cNvPr id="112" name="Google Shape;112;p28"/>
          <p:cNvPicPr preferRelativeResize="0"/>
          <p:nvPr/>
        </p:nvPicPr>
        <p:blipFill rotWithShape="1">
          <a:blip r:embed="rId2">
            <a:alphaModFix/>
          </a:blip>
          <a:srcRect/>
          <a:stretch/>
        </p:blipFill>
        <p:spPr>
          <a:xfrm>
            <a:off x="2788684" y="2028697"/>
            <a:ext cx="105782" cy="96876"/>
          </a:xfrm>
          <a:prstGeom prst="rect">
            <a:avLst/>
          </a:prstGeom>
          <a:noFill/>
          <a:ln>
            <a:noFill/>
          </a:ln>
        </p:spPr>
      </p:pic>
      <p:pic>
        <p:nvPicPr>
          <p:cNvPr id="113" name="Google Shape;113;p28"/>
          <p:cNvPicPr preferRelativeResize="0"/>
          <p:nvPr/>
        </p:nvPicPr>
        <p:blipFill rotWithShape="1">
          <a:blip r:embed="rId2">
            <a:alphaModFix/>
          </a:blip>
          <a:srcRect/>
          <a:stretch/>
        </p:blipFill>
        <p:spPr>
          <a:xfrm>
            <a:off x="6860032" y="2040628"/>
            <a:ext cx="105782" cy="96876"/>
          </a:xfrm>
          <a:prstGeom prst="rect">
            <a:avLst/>
          </a:prstGeom>
          <a:noFill/>
          <a:ln>
            <a:noFill/>
          </a:ln>
        </p:spPr>
      </p:pic>
      <p:pic>
        <p:nvPicPr>
          <p:cNvPr id="114" name="Google Shape;114;p28"/>
          <p:cNvPicPr preferRelativeResize="0"/>
          <p:nvPr/>
        </p:nvPicPr>
        <p:blipFill rotWithShape="1">
          <a:blip r:embed="rId2">
            <a:alphaModFix/>
          </a:blip>
          <a:srcRect/>
          <a:stretch/>
        </p:blipFill>
        <p:spPr>
          <a:xfrm>
            <a:off x="4802026" y="2044245"/>
            <a:ext cx="105782" cy="96876"/>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78">
          <p15:clr>
            <a:srgbClr val="FBAE40"/>
          </p15:clr>
        </p15:guide>
        <p15:guide id="2" orient="horz" pos="1144">
          <p15:clr>
            <a:srgbClr val="FBAE40"/>
          </p15:clr>
        </p15:guide>
        <p15:guide id="3" orient="horz" pos="2335">
          <p15:clr>
            <a:srgbClr val="FBAE40"/>
          </p15:clr>
        </p15:guide>
        <p15:guide id="4" pos="1587">
          <p15:clr>
            <a:srgbClr val="FBAE40"/>
          </p15:clr>
        </p15:guide>
        <p15:guide id="5" pos="1655">
          <p15:clr>
            <a:srgbClr val="FBAE40"/>
          </p15:clr>
        </p15:guide>
        <p15:guide id="6" pos="2835">
          <p15:clr>
            <a:srgbClr val="FBAE40"/>
          </p15:clr>
        </p15:guide>
        <p15:guide id="7" pos="2931">
          <p15:clr>
            <a:srgbClr val="FBAE40"/>
          </p15:clr>
        </p15:guide>
        <p15:guide id="8" pos="4122">
          <p15:clr>
            <a:srgbClr val="FBAE40"/>
          </p15:clr>
        </p15:guide>
        <p15:guide id="9" pos="4190">
          <p15:clr>
            <a:srgbClr val="FBAE40"/>
          </p15:clr>
        </p15:guide>
        <p15:guide id="10" orient="horz" pos="1399">
          <p15:clr>
            <a:srgbClr val="FBAE40"/>
          </p15:clr>
        </p15:guide>
        <p15:guide id="11" orient="horz" pos="122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picture and caption">
  <p:cSld name="Title, picture and caption">
    <p:spTree>
      <p:nvGrpSpPr>
        <p:cNvPr id="1" name="Shape 116"/>
        <p:cNvGrpSpPr/>
        <p:nvPr/>
      </p:nvGrpSpPr>
      <p:grpSpPr>
        <a:xfrm>
          <a:off x="0" y="0"/>
          <a:ext cx="0" cy="0"/>
          <a:chOff x="0" y="0"/>
          <a:chExt cx="0" cy="0"/>
        </a:xfrm>
      </p:grpSpPr>
      <p:sp>
        <p:nvSpPr>
          <p:cNvPr id="117" name="Google Shape;117;p29"/>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18" name="Google Shape;118;p29"/>
          <p:cNvSpPr>
            <a:spLocks noGrp="1"/>
          </p:cNvSpPr>
          <p:nvPr>
            <p:ph type="pic" idx="2"/>
          </p:nvPr>
        </p:nvSpPr>
        <p:spPr>
          <a:xfrm>
            <a:off x="4136817" y="1681163"/>
            <a:ext cx="4535267" cy="2825475"/>
          </a:xfrm>
          <a:prstGeom prst="rect">
            <a:avLst/>
          </a:prstGeom>
          <a:noFill/>
          <a:ln>
            <a:noFill/>
          </a:ln>
        </p:spPr>
      </p:sp>
      <p:sp>
        <p:nvSpPr>
          <p:cNvPr id="119" name="Google Shape;119;p29"/>
          <p:cNvSpPr txBox="1">
            <a:spLocks noGrp="1"/>
          </p:cNvSpPr>
          <p:nvPr>
            <p:ph type="body" idx="1"/>
          </p:nvPr>
        </p:nvSpPr>
        <p:spPr>
          <a:xfrm>
            <a:off x="648274" y="1681163"/>
            <a:ext cx="3140075" cy="28254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0" name="Google Shape;120;p2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2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
        <p:nvSpPr>
          <p:cNvPr id="123" name="Google Shape;123;p29"/>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78">
          <p15:clr>
            <a:srgbClr val="FBAE40"/>
          </p15:clr>
        </p15:guide>
        <p15:guide id="2" orient="horz" pos="1053">
          <p15:clr>
            <a:srgbClr val="FBAE40"/>
          </p15:clr>
        </p15:guide>
        <p15:guide id="3" orient="horz" pos="2845">
          <p15:clr>
            <a:srgbClr val="FBAE40"/>
          </p15:clr>
        </p15:guide>
        <p15:guide id="4" pos="3254">
          <p15:clr>
            <a:srgbClr val="FBAE40"/>
          </p15:clr>
        </p15:guide>
        <p15:guide id="5" pos="339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and 2 pictures">
  <p:cSld name="Title and 2 pictures">
    <p:spTree>
      <p:nvGrpSpPr>
        <p:cNvPr id="1" name="Shape 124"/>
        <p:cNvGrpSpPr/>
        <p:nvPr/>
      </p:nvGrpSpPr>
      <p:grpSpPr>
        <a:xfrm>
          <a:off x="0" y="0"/>
          <a:ext cx="0" cy="0"/>
          <a:chOff x="0" y="0"/>
          <a:chExt cx="0" cy="0"/>
        </a:xfrm>
      </p:grpSpPr>
      <p:sp>
        <p:nvSpPr>
          <p:cNvPr id="125" name="Google Shape;125;p30"/>
          <p:cNvSpPr/>
          <p:nvPr/>
        </p:nvSpPr>
        <p:spPr>
          <a:xfrm>
            <a:off x="0" y="0"/>
            <a:ext cx="9144000" cy="3031236"/>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26" name="Google Shape;126;p30"/>
          <p:cNvSpPr txBox="1">
            <a:spLocks noGrp="1"/>
          </p:cNvSpPr>
          <p:nvPr>
            <p:ph type="title"/>
          </p:nvPr>
        </p:nvSpPr>
        <p:spPr>
          <a:xfrm>
            <a:off x="642473" y="546498"/>
            <a:ext cx="5902706" cy="56792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30"/>
          <p:cNvSpPr/>
          <p:nvPr/>
        </p:nvSpPr>
        <p:spPr>
          <a:xfrm>
            <a:off x="4599929" y="1870236"/>
            <a:ext cx="3921771" cy="23220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28" name="Google Shape;128;p30"/>
          <p:cNvSpPr>
            <a:spLocks noGrp="1"/>
          </p:cNvSpPr>
          <p:nvPr>
            <p:ph type="pic" idx="2"/>
          </p:nvPr>
        </p:nvSpPr>
        <p:spPr>
          <a:xfrm>
            <a:off x="4599929" y="1868092"/>
            <a:ext cx="3921771" cy="2325290"/>
          </a:xfrm>
          <a:prstGeom prst="rect">
            <a:avLst/>
          </a:prstGeom>
          <a:noFill/>
          <a:ln>
            <a:noFill/>
          </a:ln>
        </p:spPr>
      </p:sp>
      <p:sp>
        <p:nvSpPr>
          <p:cNvPr id="129" name="Google Shape;129;p30"/>
          <p:cNvSpPr>
            <a:spLocks noGrp="1"/>
          </p:cNvSpPr>
          <p:nvPr>
            <p:ph type="pic" idx="3"/>
          </p:nvPr>
        </p:nvSpPr>
        <p:spPr>
          <a:xfrm>
            <a:off x="621848" y="1868091"/>
            <a:ext cx="2592000" cy="783000"/>
          </a:xfrm>
          <a:prstGeom prst="rect">
            <a:avLst/>
          </a:prstGeom>
          <a:noFill/>
          <a:ln>
            <a:noFill/>
          </a:ln>
        </p:spPr>
      </p:sp>
      <p:sp>
        <p:nvSpPr>
          <p:cNvPr id="130" name="Google Shape;130;p30"/>
          <p:cNvSpPr txBox="1">
            <a:spLocks noGrp="1"/>
          </p:cNvSpPr>
          <p:nvPr>
            <p:ph type="body" idx="1"/>
          </p:nvPr>
        </p:nvSpPr>
        <p:spPr>
          <a:xfrm>
            <a:off x="629841" y="3145632"/>
            <a:ext cx="3343275" cy="28396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750"/>
              </a:spcBef>
              <a:spcAft>
                <a:spcPts val="0"/>
              </a:spcAft>
              <a:buClr>
                <a:schemeClr val="dk1"/>
              </a:buClr>
              <a:buSzPts val="1215"/>
              <a:buFont typeface="Arial"/>
              <a:buNone/>
              <a:defRPr sz="1215"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31" name="Google Shape;131;p30"/>
          <p:cNvSpPr txBox="1">
            <a:spLocks noGrp="1"/>
          </p:cNvSpPr>
          <p:nvPr>
            <p:ph type="body" idx="4"/>
          </p:nvPr>
        </p:nvSpPr>
        <p:spPr>
          <a:xfrm>
            <a:off x="635000" y="3515616"/>
            <a:ext cx="3343275" cy="28396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750"/>
              </a:spcBef>
              <a:spcAft>
                <a:spcPts val="0"/>
              </a:spcAft>
              <a:buClr>
                <a:schemeClr val="dk1"/>
              </a:buClr>
              <a:buSzPts val="1310"/>
              <a:buFont typeface="Arial"/>
              <a:buNone/>
              <a:defRPr sz="131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32" name="Google Shape;132;p30"/>
          <p:cNvSpPr txBox="1">
            <a:spLocks noGrp="1"/>
          </p:cNvSpPr>
          <p:nvPr>
            <p:ph type="dt" idx="10"/>
          </p:nvPr>
        </p:nvSpPr>
        <p:spPr>
          <a:xfrm>
            <a:off x="642473"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30"/>
          <p:cNvSpPr txBox="1">
            <a:spLocks noGrp="1"/>
          </p:cNvSpPr>
          <p:nvPr>
            <p:ph type="sldNum" idx="12"/>
          </p:nvPr>
        </p:nvSpPr>
        <p:spPr>
          <a:xfrm>
            <a:off x="6466042"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pic>
        <p:nvPicPr>
          <p:cNvPr id="134" name="Google Shape;134;p30"/>
          <p:cNvPicPr preferRelativeResize="0"/>
          <p:nvPr/>
        </p:nvPicPr>
        <p:blipFill rotWithShape="1">
          <a:blip r:embed="rId2">
            <a:alphaModFix/>
          </a:blip>
          <a:srcRect/>
          <a:stretch/>
        </p:blipFill>
        <p:spPr>
          <a:xfrm>
            <a:off x="7611920" y="303610"/>
            <a:ext cx="909780" cy="242888"/>
          </a:xfrm>
          <a:prstGeom prst="rect">
            <a:avLst/>
          </a:prstGeom>
          <a:noFill/>
          <a:ln>
            <a:noFill/>
          </a:ln>
        </p:spPr>
      </p:pic>
      <p:sp>
        <p:nvSpPr>
          <p:cNvPr id="135" name="Google Shape;135;p30"/>
          <p:cNvSpPr/>
          <p:nvPr/>
        </p:nvSpPr>
        <p:spPr>
          <a:xfrm>
            <a:off x="0" y="0"/>
            <a:ext cx="9144000" cy="3031236"/>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36" name="Google Shape;136;p30"/>
          <p:cNvSpPr/>
          <p:nvPr/>
        </p:nvSpPr>
        <p:spPr>
          <a:xfrm>
            <a:off x="4599929" y="1870236"/>
            <a:ext cx="3969000" cy="23220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orient="horz" pos="378">
          <p15:clr>
            <a:srgbClr val="FBAE40"/>
          </p15:clr>
        </p15:guide>
        <p15:guide id="2" orient="horz" pos="1178">
          <p15:clr>
            <a:srgbClr val="FBAE40"/>
          </p15:clr>
        </p15:guide>
        <p15:guide id="3" orient="horz" pos="1671">
          <p15:clr>
            <a:srgbClr val="FBAE40"/>
          </p15:clr>
        </p15:guide>
        <p15:guide id="4" orient="horz" pos="1977">
          <p15:clr>
            <a:srgbClr val="FBAE40"/>
          </p15:clr>
        </p15:guide>
        <p15:guide id="5" orient="horz" pos="2930">
          <p15:clr>
            <a:srgbClr val="FBAE40"/>
          </p15:clr>
        </p15:guide>
        <p15:guide id="6" orient="horz" pos="2641">
          <p15:clr>
            <a:srgbClr val="FBAE40"/>
          </p15:clr>
        </p15:guide>
        <p15:guide id="7" pos="2897">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Icons and Content">
  <p:cSld name="Title, Icons and Content">
    <p:spTree>
      <p:nvGrpSpPr>
        <p:cNvPr id="1" name="Shape 138"/>
        <p:cNvGrpSpPr/>
        <p:nvPr/>
      </p:nvGrpSpPr>
      <p:grpSpPr>
        <a:xfrm>
          <a:off x="0" y="0"/>
          <a:ext cx="0" cy="0"/>
          <a:chOff x="0" y="0"/>
          <a:chExt cx="0" cy="0"/>
        </a:xfrm>
      </p:grpSpPr>
      <p:pic>
        <p:nvPicPr>
          <p:cNvPr id="139" name="Google Shape;139;p31"/>
          <p:cNvPicPr preferRelativeResize="0"/>
          <p:nvPr/>
        </p:nvPicPr>
        <p:blipFill rotWithShape="1">
          <a:blip r:embed="rId2">
            <a:alphaModFix/>
          </a:blip>
          <a:srcRect/>
          <a:stretch/>
        </p:blipFill>
        <p:spPr>
          <a:xfrm>
            <a:off x="417869" y="988850"/>
            <a:ext cx="402337" cy="402337"/>
          </a:xfrm>
          <a:prstGeom prst="rect">
            <a:avLst/>
          </a:prstGeom>
          <a:noFill/>
          <a:ln>
            <a:noFill/>
          </a:ln>
        </p:spPr>
      </p:pic>
      <p:pic>
        <p:nvPicPr>
          <p:cNvPr id="140" name="Google Shape;140;p31"/>
          <p:cNvPicPr preferRelativeResize="0"/>
          <p:nvPr/>
        </p:nvPicPr>
        <p:blipFill rotWithShape="1">
          <a:blip r:embed="rId3">
            <a:alphaModFix/>
          </a:blip>
          <a:srcRect/>
          <a:stretch/>
        </p:blipFill>
        <p:spPr>
          <a:xfrm>
            <a:off x="417869" y="1469040"/>
            <a:ext cx="402337" cy="402337"/>
          </a:xfrm>
          <a:prstGeom prst="rect">
            <a:avLst/>
          </a:prstGeom>
          <a:noFill/>
          <a:ln>
            <a:noFill/>
          </a:ln>
        </p:spPr>
      </p:pic>
      <p:pic>
        <p:nvPicPr>
          <p:cNvPr id="141" name="Google Shape;141;p31"/>
          <p:cNvPicPr preferRelativeResize="0"/>
          <p:nvPr/>
        </p:nvPicPr>
        <p:blipFill rotWithShape="1">
          <a:blip r:embed="rId4">
            <a:alphaModFix/>
          </a:blip>
          <a:srcRect/>
          <a:stretch/>
        </p:blipFill>
        <p:spPr>
          <a:xfrm>
            <a:off x="417869" y="1948824"/>
            <a:ext cx="402337" cy="400051"/>
          </a:xfrm>
          <a:prstGeom prst="rect">
            <a:avLst/>
          </a:prstGeom>
          <a:noFill/>
          <a:ln>
            <a:noFill/>
          </a:ln>
        </p:spPr>
      </p:pic>
      <p:pic>
        <p:nvPicPr>
          <p:cNvPr id="142" name="Google Shape;142;p31"/>
          <p:cNvPicPr preferRelativeResize="0"/>
          <p:nvPr/>
        </p:nvPicPr>
        <p:blipFill rotWithShape="1">
          <a:blip r:embed="rId5">
            <a:alphaModFix/>
          </a:blip>
          <a:srcRect/>
          <a:stretch/>
        </p:blipFill>
        <p:spPr>
          <a:xfrm>
            <a:off x="417869" y="2427167"/>
            <a:ext cx="402337" cy="402337"/>
          </a:xfrm>
          <a:prstGeom prst="rect">
            <a:avLst/>
          </a:prstGeom>
          <a:noFill/>
          <a:ln>
            <a:noFill/>
          </a:ln>
        </p:spPr>
      </p:pic>
      <p:pic>
        <p:nvPicPr>
          <p:cNvPr id="143" name="Google Shape;143;p31"/>
          <p:cNvPicPr preferRelativeResize="0"/>
          <p:nvPr/>
        </p:nvPicPr>
        <p:blipFill rotWithShape="1">
          <a:blip r:embed="rId6">
            <a:alphaModFix/>
          </a:blip>
          <a:srcRect/>
          <a:stretch/>
        </p:blipFill>
        <p:spPr>
          <a:xfrm>
            <a:off x="417868" y="2907797"/>
            <a:ext cx="402337" cy="402337"/>
          </a:xfrm>
          <a:prstGeom prst="rect">
            <a:avLst/>
          </a:prstGeom>
          <a:noFill/>
          <a:ln>
            <a:noFill/>
          </a:ln>
        </p:spPr>
      </p:pic>
      <p:sp>
        <p:nvSpPr>
          <p:cNvPr id="144" name="Google Shape;144;p31"/>
          <p:cNvSpPr txBox="1">
            <a:spLocks noGrp="1"/>
          </p:cNvSpPr>
          <p:nvPr>
            <p:ph type="body" idx="1"/>
          </p:nvPr>
        </p:nvSpPr>
        <p:spPr>
          <a:xfrm>
            <a:off x="878243" y="1572506"/>
            <a:ext cx="2471738" cy="20375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45" name="Google Shape;145;p31"/>
          <p:cNvSpPr txBox="1">
            <a:spLocks noGrp="1"/>
          </p:cNvSpPr>
          <p:nvPr>
            <p:ph type="body" idx="2"/>
          </p:nvPr>
        </p:nvSpPr>
        <p:spPr>
          <a:xfrm>
            <a:off x="878243" y="1088140"/>
            <a:ext cx="2471738" cy="20375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46" name="Google Shape;146;p31"/>
          <p:cNvSpPr txBox="1">
            <a:spLocks noGrp="1"/>
          </p:cNvSpPr>
          <p:nvPr>
            <p:ph type="body" idx="3"/>
          </p:nvPr>
        </p:nvSpPr>
        <p:spPr>
          <a:xfrm>
            <a:off x="878243" y="2046971"/>
            <a:ext cx="2471738" cy="20375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47" name="Google Shape;147;p31"/>
          <p:cNvSpPr txBox="1">
            <a:spLocks noGrp="1"/>
          </p:cNvSpPr>
          <p:nvPr>
            <p:ph type="body" idx="4"/>
          </p:nvPr>
        </p:nvSpPr>
        <p:spPr>
          <a:xfrm>
            <a:off x="878243" y="2528954"/>
            <a:ext cx="2471738" cy="20375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48" name="Google Shape;148;p31"/>
          <p:cNvSpPr txBox="1">
            <a:spLocks noGrp="1"/>
          </p:cNvSpPr>
          <p:nvPr>
            <p:ph type="body" idx="5"/>
          </p:nvPr>
        </p:nvSpPr>
        <p:spPr>
          <a:xfrm>
            <a:off x="878243" y="3005394"/>
            <a:ext cx="2471738" cy="20375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49" name="Google Shape;149;p31"/>
          <p:cNvSpPr txBox="1">
            <a:spLocks noGrp="1"/>
          </p:cNvSpPr>
          <p:nvPr>
            <p:ph type="body" idx="6"/>
          </p:nvPr>
        </p:nvSpPr>
        <p:spPr>
          <a:xfrm>
            <a:off x="4359486" y="1572507"/>
            <a:ext cx="2413617" cy="23198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50" name="Google Shape;150;p31"/>
          <p:cNvSpPr txBox="1">
            <a:spLocks noGrp="1"/>
          </p:cNvSpPr>
          <p:nvPr>
            <p:ph type="body" idx="7"/>
          </p:nvPr>
        </p:nvSpPr>
        <p:spPr>
          <a:xfrm>
            <a:off x="4359486" y="1088140"/>
            <a:ext cx="2413617" cy="24188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51" name="Google Shape;151;p31"/>
          <p:cNvSpPr txBox="1">
            <a:spLocks noGrp="1"/>
          </p:cNvSpPr>
          <p:nvPr>
            <p:ph type="body" idx="8"/>
          </p:nvPr>
        </p:nvSpPr>
        <p:spPr>
          <a:xfrm>
            <a:off x="4359486" y="2046971"/>
            <a:ext cx="2413617" cy="20375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52" name="Google Shape;152;p31"/>
          <p:cNvSpPr txBox="1">
            <a:spLocks noGrp="1"/>
          </p:cNvSpPr>
          <p:nvPr>
            <p:ph type="body" idx="9"/>
          </p:nvPr>
        </p:nvSpPr>
        <p:spPr>
          <a:xfrm>
            <a:off x="4359486" y="2528954"/>
            <a:ext cx="2413617" cy="20375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53" name="Google Shape;153;p31"/>
          <p:cNvSpPr txBox="1">
            <a:spLocks noGrp="1"/>
          </p:cNvSpPr>
          <p:nvPr>
            <p:ph type="body" idx="13"/>
          </p:nvPr>
        </p:nvSpPr>
        <p:spPr>
          <a:xfrm>
            <a:off x="4359486" y="3005394"/>
            <a:ext cx="2413617" cy="20375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54" name="Google Shape;154;p3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3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pic>
        <p:nvPicPr>
          <p:cNvPr id="156" name="Google Shape;156;p31"/>
          <p:cNvPicPr preferRelativeResize="0"/>
          <p:nvPr/>
        </p:nvPicPr>
        <p:blipFill rotWithShape="1">
          <a:blip r:embed="rId2">
            <a:alphaModFix/>
          </a:blip>
          <a:srcRect/>
          <a:stretch/>
        </p:blipFill>
        <p:spPr>
          <a:xfrm>
            <a:off x="420427" y="997235"/>
            <a:ext cx="402337" cy="402337"/>
          </a:xfrm>
          <a:prstGeom prst="rect">
            <a:avLst/>
          </a:prstGeom>
          <a:noFill/>
          <a:ln>
            <a:noFill/>
          </a:ln>
        </p:spPr>
      </p:pic>
      <p:pic>
        <p:nvPicPr>
          <p:cNvPr id="157" name="Google Shape;157;p31"/>
          <p:cNvPicPr preferRelativeResize="0"/>
          <p:nvPr/>
        </p:nvPicPr>
        <p:blipFill rotWithShape="1">
          <a:blip r:embed="rId3">
            <a:alphaModFix/>
          </a:blip>
          <a:srcRect/>
          <a:stretch/>
        </p:blipFill>
        <p:spPr>
          <a:xfrm>
            <a:off x="420427" y="1477425"/>
            <a:ext cx="402337" cy="402337"/>
          </a:xfrm>
          <a:prstGeom prst="rect">
            <a:avLst/>
          </a:prstGeom>
          <a:noFill/>
          <a:ln>
            <a:noFill/>
          </a:ln>
        </p:spPr>
      </p:pic>
      <p:pic>
        <p:nvPicPr>
          <p:cNvPr id="158" name="Google Shape;158;p31"/>
          <p:cNvPicPr preferRelativeResize="0"/>
          <p:nvPr/>
        </p:nvPicPr>
        <p:blipFill rotWithShape="1">
          <a:blip r:embed="rId4">
            <a:alphaModFix/>
          </a:blip>
          <a:srcRect/>
          <a:stretch/>
        </p:blipFill>
        <p:spPr>
          <a:xfrm>
            <a:off x="420427" y="1957209"/>
            <a:ext cx="402337" cy="400051"/>
          </a:xfrm>
          <a:prstGeom prst="rect">
            <a:avLst/>
          </a:prstGeom>
          <a:noFill/>
          <a:ln>
            <a:noFill/>
          </a:ln>
        </p:spPr>
      </p:pic>
      <p:pic>
        <p:nvPicPr>
          <p:cNvPr id="159" name="Google Shape;159;p31"/>
          <p:cNvPicPr preferRelativeResize="0"/>
          <p:nvPr/>
        </p:nvPicPr>
        <p:blipFill rotWithShape="1">
          <a:blip r:embed="rId5">
            <a:alphaModFix/>
          </a:blip>
          <a:srcRect/>
          <a:stretch/>
        </p:blipFill>
        <p:spPr>
          <a:xfrm>
            <a:off x="420427" y="2435552"/>
            <a:ext cx="402337" cy="402337"/>
          </a:xfrm>
          <a:prstGeom prst="rect">
            <a:avLst/>
          </a:prstGeom>
          <a:noFill/>
          <a:ln>
            <a:noFill/>
          </a:ln>
        </p:spPr>
      </p:pic>
      <p:pic>
        <p:nvPicPr>
          <p:cNvPr id="160" name="Google Shape;160;p31"/>
          <p:cNvPicPr preferRelativeResize="0"/>
          <p:nvPr/>
        </p:nvPicPr>
        <p:blipFill rotWithShape="1">
          <a:blip r:embed="rId6">
            <a:alphaModFix/>
          </a:blip>
          <a:srcRect/>
          <a:stretch/>
        </p:blipFill>
        <p:spPr>
          <a:xfrm>
            <a:off x="420426" y="2916182"/>
            <a:ext cx="402337" cy="402337"/>
          </a:xfrm>
          <a:prstGeom prst="rect">
            <a:avLst/>
          </a:prstGeom>
          <a:noFill/>
          <a:ln>
            <a:noFill/>
          </a:ln>
        </p:spPr>
      </p:pic>
      <p:pic>
        <p:nvPicPr>
          <p:cNvPr id="161" name="Google Shape;161;p31"/>
          <p:cNvPicPr preferRelativeResize="0"/>
          <p:nvPr/>
        </p:nvPicPr>
        <p:blipFill rotWithShape="1">
          <a:blip r:embed="rId7">
            <a:alphaModFix/>
          </a:blip>
          <a:srcRect/>
          <a:stretch/>
        </p:blipFill>
        <p:spPr>
          <a:xfrm>
            <a:off x="3874155" y="997235"/>
            <a:ext cx="402337" cy="402337"/>
          </a:xfrm>
          <a:prstGeom prst="rect">
            <a:avLst/>
          </a:prstGeom>
          <a:noFill/>
          <a:ln>
            <a:noFill/>
          </a:ln>
        </p:spPr>
      </p:pic>
      <p:pic>
        <p:nvPicPr>
          <p:cNvPr id="162" name="Google Shape;162;p31"/>
          <p:cNvPicPr preferRelativeResize="0"/>
          <p:nvPr/>
        </p:nvPicPr>
        <p:blipFill rotWithShape="1">
          <a:blip r:embed="rId8">
            <a:alphaModFix/>
          </a:blip>
          <a:srcRect/>
          <a:stretch/>
        </p:blipFill>
        <p:spPr>
          <a:xfrm>
            <a:off x="3874154" y="1477425"/>
            <a:ext cx="402337" cy="402337"/>
          </a:xfrm>
          <a:prstGeom prst="rect">
            <a:avLst/>
          </a:prstGeom>
          <a:noFill/>
          <a:ln>
            <a:noFill/>
          </a:ln>
        </p:spPr>
      </p:pic>
      <p:pic>
        <p:nvPicPr>
          <p:cNvPr id="163" name="Google Shape;163;p31"/>
          <p:cNvPicPr preferRelativeResize="0"/>
          <p:nvPr/>
        </p:nvPicPr>
        <p:blipFill rotWithShape="1">
          <a:blip r:embed="rId9">
            <a:alphaModFix/>
          </a:blip>
          <a:srcRect/>
          <a:stretch/>
        </p:blipFill>
        <p:spPr>
          <a:xfrm>
            <a:off x="3874153" y="1957209"/>
            <a:ext cx="402337" cy="400051"/>
          </a:xfrm>
          <a:prstGeom prst="rect">
            <a:avLst/>
          </a:prstGeom>
          <a:noFill/>
          <a:ln>
            <a:noFill/>
          </a:ln>
        </p:spPr>
      </p:pic>
      <p:pic>
        <p:nvPicPr>
          <p:cNvPr id="164" name="Google Shape;164;p31"/>
          <p:cNvPicPr preferRelativeResize="0"/>
          <p:nvPr/>
        </p:nvPicPr>
        <p:blipFill rotWithShape="1">
          <a:blip r:embed="rId10">
            <a:alphaModFix/>
          </a:blip>
          <a:srcRect/>
          <a:stretch/>
        </p:blipFill>
        <p:spPr>
          <a:xfrm>
            <a:off x="3874153" y="2434706"/>
            <a:ext cx="402337" cy="402337"/>
          </a:xfrm>
          <a:prstGeom prst="rect">
            <a:avLst/>
          </a:prstGeom>
          <a:noFill/>
          <a:ln>
            <a:noFill/>
          </a:ln>
        </p:spPr>
      </p:pic>
      <p:pic>
        <p:nvPicPr>
          <p:cNvPr id="165" name="Google Shape;165;p31"/>
          <p:cNvPicPr preferRelativeResize="0"/>
          <p:nvPr/>
        </p:nvPicPr>
        <p:blipFill rotWithShape="1">
          <a:blip r:embed="rId11">
            <a:alphaModFix/>
          </a:blip>
          <a:srcRect/>
          <a:stretch/>
        </p:blipFill>
        <p:spPr>
          <a:xfrm>
            <a:off x="3874153" y="2914489"/>
            <a:ext cx="402337" cy="402337"/>
          </a:xfrm>
          <a:prstGeom prst="rect">
            <a:avLst/>
          </a:prstGeom>
          <a:noFill/>
          <a:ln>
            <a:noFill/>
          </a:ln>
        </p:spPr>
      </p:pic>
      <p:sp>
        <p:nvSpPr>
          <p:cNvPr id="166" name="Google Shape;166;p31"/>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67" name="Google Shape;167;p31"/>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pos="3878">
          <p15:clr>
            <a:srgbClr val="FBAE40"/>
          </p15:clr>
        </p15:guide>
        <p15:guide id="2" pos="397">
          <p15:clr>
            <a:srgbClr val="FBAE40"/>
          </p15:clr>
        </p15:guide>
        <p15:guide id="3" orient="horz" pos="378">
          <p15:clr>
            <a:srgbClr val="FBAE40"/>
          </p15:clr>
        </p15:guide>
        <p15:guide id="4" orient="horz" pos="923">
          <p15:clr>
            <a:srgbClr val="FBAE40"/>
          </p15:clr>
        </p15:guide>
        <p15:guide id="5" pos="1638">
          <p15:clr>
            <a:srgbClr val="FBAE40"/>
          </p15:clr>
        </p15:guide>
        <p15:guide id="6" pos="3578">
          <p15:clr>
            <a:srgbClr val="FBAE40"/>
          </p15:clr>
        </p15:guide>
        <p15:guide id="7" orient="horz" pos="1393">
          <p15:clr>
            <a:srgbClr val="FBAE40"/>
          </p15:clr>
        </p15:guide>
        <p15:guide id="8" pos="1877">
          <p15:clr>
            <a:srgbClr val="FBAE40"/>
          </p15:clr>
        </p15:guide>
        <p15:guide id="9" pos="1928">
          <p15:clr>
            <a:srgbClr val="FBAE40"/>
          </p15:clr>
        </p15:guide>
        <p15:guide id="10" pos="3833">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5_Section Header">
  <p:cSld name="5_Section Header">
    <p:spTree>
      <p:nvGrpSpPr>
        <p:cNvPr id="1" name="Shape 169"/>
        <p:cNvGrpSpPr/>
        <p:nvPr/>
      </p:nvGrpSpPr>
      <p:grpSpPr>
        <a:xfrm>
          <a:off x="0" y="0"/>
          <a:ext cx="0" cy="0"/>
          <a:chOff x="0" y="0"/>
          <a:chExt cx="0" cy="0"/>
        </a:xfrm>
      </p:grpSpPr>
      <p:sp>
        <p:nvSpPr>
          <p:cNvPr id="170" name="Google Shape;170;p32"/>
          <p:cNvSpPr/>
          <p:nvPr/>
        </p:nvSpPr>
        <p:spPr>
          <a:xfrm>
            <a:off x="0" y="0"/>
            <a:ext cx="9144000" cy="3031236"/>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71" name="Google Shape;171;p32"/>
          <p:cNvSpPr/>
          <p:nvPr/>
        </p:nvSpPr>
        <p:spPr>
          <a:xfrm>
            <a:off x="629841" y="2556933"/>
            <a:ext cx="7891859" cy="826623"/>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grpSp>
        <p:nvGrpSpPr>
          <p:cNvPr id="172" name="Google Shape;172;p32"/>
          <p:cNvGrpSpPr/>
          <p:nvPr/>
        </p:nvGrpSpPr>
        <p:grpSpPr>
          <a:xfrm>
            <a:off x="994787" y="3020755"/>
            <a:ext cx="775019" cy="174751"/>
            <a:chOff x="1326382" y="4041646"/>
            <a:chExt cx="2597497" cy="653143"/>
          </a:xfrm>
        </p:grpSpPr>
        <p:sp>
          <p:nvSpPr>
            <p:cNvPr id="173" name="Google Shape;173;p32"/>
            <p:cNvSpPr/>
            <p:nvPr/>
          </p:nvSpPr>
          <p:spPr>
            <a:xfrm>
              <a:off x="1326382" y="4041646"/>
              <a:ext cx="653143" cy="653143"/>
            </a:xfrm>
            <a:prstGeom prst="star5">
              <a:avLst>
                <a:gd name="adj" fmla="val 19098"/>
                <a:gd name="hf" fmla="val 105146"/>
                <a:gd name="vf" fmla="val 110557"/>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74" name="Google Shape;174;p32"/>
            <p:cNvSpPr/>
            <p:nvPr/>
          </p:nvSpPr>
          <p:spPr>
            <a:xfrm>
              <a:off x="1974500" y="4041646"/>
              <a:ext cx="653143" cy="653143"/>
            </a:xfrm>
            <a:prstGeom prst="star5">
              <a:avLst>
                <a:gd name="adj" fmla="val 19098"/>
                <a:gd name="hf" fmla="val 105146"/>
                <a:gd name="vf" fmla="val 110557"/>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75" name="Google Shape;175;p32"/>
            <p:cNvSpPr/>
            <p:nvPr/>
          </p:nvSpPr>
          <p:spPr>
            <a:xfrm>
              <a:off x="2622617" y="4041646"/>
              <a:ext cx="653143" cy="653143"/>
            </a:xfrm>
            <a:prstGeom prst="star5">
              <a:avLst>
                <a:gd name="adj" fmla="val 19098"/>
                <a:gd name="hf" fmla="val 105146"/>
                <a:gd name="vf" fmla="val 110557"/>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76" name="Google Shape;176;p32"/>
            <p:cNvSpPr/>
            <p:nvPr/>
          </p:nvSpPr>
          <p:spPr>
            <a:xfrm>
              <a:off x="3270737" y="4041646"/>
              <a:ext cx="653142" cy="653143"/>
            </a:xfrm>
            <a:prstGeom prst="star5">
              <a:avLst>
                <a:gd name="adj" fmla="val 19098"/>
                <a:gd name="hf" fmla="val 105146"/>
                <a:gd name="vf" fmla="val 110557"/>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77" name="Google Shape;177;p32"/>
            <p:cNvSpPr/>
            <p:nvPr/>
          </p:nvSpPr>
          <p:spPr>
            <a:xfrm>
              <a:off x="3597306" y="4041650"/>
              <a:ext cx="326569" cy="653139"/>
            </a:xfrm>
            <a:custGeom>
              <a:avLst/>
              <a:gdLst/>
              <a:ahLst/>
              <a:cxnLst/>
              <a:rect l="l" t="t" r="r" b="b"/>
              <a:pathLst>
                <a:path w="326570" h="653141" extrusionOk="0">
                  <a:moveTo>
                    <a:pt x="0" y="0"/>
                  </a:moveTo>
                  <a:lnTo>
                    <a:pt x="77091" y="249480"/>
                  </a:lnTo>
                  <a:lnTo>
                    <a:pt x="326570" y="249478"/>
                  </a:lnTo>
                  <a:lnTo>
                    <a:pt x="124736" y="403663"/>
                  </a:lnTo>
                  <a:lnTo>
                    <a:pt x="201831" y="653141"/>
                  </a:lnTo>
                  <a:lnTo>
                    <a:pt x="0" y="498953"/>
                  </a:lnTo>
                  <a:close/>
                </a:path>
              </a:pathLst>
            </a:custGeom>
            <a:solidFill>
              <a:srgbClr val="CCCC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grpSp>
      <p:sp>
        <p:nvSpPr>
          <p:cNvPr id="178" name="Google Shape;178;p32"/>
          <p:cNvSpPr txBox="1">
            <a:spLocks noGrp="1"/>
          </p:cNvSpPr>
          <p:nvPr>
            <p:ph type="body" idx="1"/>
          </p:nvPr>
        </p:nvSpPr>
        <p:spPr>
          <a:xfrm>
            <a:off x="1029406" y="2721203"/>
            <a:ext cx="846528" cy="2490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350"/>
              <a:buFont typeface="Arial"/>
              <a:buNone/>
              <a:defRPr sz="135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79" name="Google Shape;179;p32"/>
          <p:cNvSpPr txBox="1">
            <a:spLocks noGrp="1"/>
          </p:cNvSpPr>
          <p:nvPr>
            <p:ph type="body" idx="2"/>
          </p:nvPr>
        </p:nvSpPr>
        <p:spPr>
          <a:xfrm>
            <a:off x="1921844" y="3016014"/>
            <a:ext cx="946585" cy="1842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80" name="Google Shape;180;p32"/>
          <p:cNvSpPr txBox="1">
            <a:spLocks noGrp="1"/>
          </p:cNvSpPr>
          <p:nvPr>
            <p:ph type="body" idx="3"/>
          </p:nvPr>
        </p:nvSpPr>
        <p:spPr>
          <a:xfrm>
            <a:off x="2868429" y="3714682"/>
            <a:ext cx="2471738" cy="13121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900"/>
              <a:buFont typeface="Arial"/>
              <a:buNone/>
              <a:defRPr sz="9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81" name="Google Shape;181;p32"/>
          <p:cNvSpPr txBox="1">
            <a:spLocks noGrp="1"/>
          </p:cNvSpPr>
          <p:nvPr>
            <p:ph type="dt" idx="10"/>
          </p:nvPr>
        </p:nvSpPr>
        <p:spPr>
          <a:xfrm>
            <a:off x="636742"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2" name="Google Shape;182;p32"/>
          <p:cNvSpPr txBox="1">
            <a:spLocks noGrp="1"/>
          </p:cNvSpPr>
          <p:nvPr>
            <p:ph type="sldNum" idx="12"/>
          </p:nvPr>
        </p:nvSpPr>
        <p:spPr>
          <a:xfrm>
            <a:off x="6466042"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pic>
        <p:nvPicPr>
          <p:cNvPr id="183" name="Google Shape;183;p32"/>
          <p:cNvPicPr preferRelativeResize="0"/>
          <p:nvPr/>
        </p:nvPicPr>
        <p:blipFill rotWithShape="1">
          <a:blip r:embed="rId2">
            <a:alphaModFix/>
          </a:blip>
          <a:srcRect/>
          <a:stretch/>
        </p:blipFill>
        <p:spPr>
          <a:xfrm>
            <a:off x="7611920" y="303610"/>
            <a:ext cx="909780" cy="242888"/>
          </a:xfrm>
          <a:prstGeom prst="rect">
            <a:avLst/>
          </a:prstGeom>
          <a:noFill/>
          <a:ln>
            <a:noFill/>
          </a:ln>
        </p:spPr>
      </p:pic>
      <p:sp>
        <p:nvSpPr>
          <p:cNvPr id="184" name="Google Shape;184;p32"/>
          <p:cNvSpPr/>
          <p:nvPr/>
        </p:nvSpPr>
        <p:spPr>
          <a:xfrm>
            <a:off x="0" y="0"/>
            <a:ext cx="9144000" cy="3031236"/>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85" name="Google Shape;185;p32"/>
          <p:cNvSpPr/>
          <p:nvPr/>
        </p:nvSpPr>
        <p:spPr>
          <a:xfrm>
            <a:off x="629841" y="2535239"/>
            <a:ext cx="7939088" cy="848318"/>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grpSp>
        <p:nvGrpSpPr>
          <p:cNvPr id="186" name="Google Shape;186;p32"/>
          <p:cNvGrpSpPr/>
          <p:nvPr/>
        </p:nvGrpSpPr>
        <p:grpSpPr>
          <a:xfrm>
            <a:off x="923664" y="3020755"/>
            <a:ext cx="775019" cy="174751"/>
            <a:chOff x="1326382" y="4041646"/>
            <a:chExt cx="2597497" cy="653143"/>
          </a:xfrm>
        </p:grpSpPr>
        <p:sp>
          <p:nvSpPr>
            <p:cNvPr id="187" name="Google Shape;187;p32"/>
            <p:cNvSpPr/>
            <p:nvPr/>
          </p:nvSpPr>
          <p:spPr>
            <a:xfrm>
              <a:off x="1326382" y="4041646"/>
              <a:ext cx="653143" cy="653143"/>
            </a:xfrm>
            <a:prstGeom prst="star5">
              <a:avLst>
                <a:gd name="adj" fmla="val 19098"/>
                <a:gd name="hf" fmla="val 105146"/>
                <a:gd name="vf" fmla="val 110557"/>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88" name="Google Shape;188;p32"/>
            <p:cNvSpPr/>
            <p:nvPr/>
          </p:nvSpPr>
          <p:spPr>
            <a:xfrm>
              <a:off x="1974500" y="4041646"/>
              <a:ext cx="653143" cy="653143"/>
            </a:xfrm>
            <a:prstGeom prst="star5">
              <a:avLst>
                <a:gd name="adj" fmla="val 19098"/>
                <a:gd name="hf" fmla="val 105146"/>
                <a:gd name="vf" fmla="val 110557"/>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89" name="Google Shape;189;p32"/>
            <p:cNvSpPr/>
            <p:nvPr/>
          </p:nvSpPr>
          <p:spPr>
            <a:xfrm>
              <a:off x="2622617" y="4041646"/>
              <a:ext cx="653143" cy="653143"/>
            </a:xfrm>
            <a:prstGeom prst="star5">
              <a:avLst>
                <a:gd name="adj" fmla="val 19098"/>
                <a:gd name="hf" fmla="val 105146"/>
                <a:gd name="vf" fmla="val 110557"/>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90" name="Google Shape;190;p32"/>
            <p:cNvSpPr/>
            <p:nvPr/>
          </p:nvSpPr>
          <p:spPr>
            <a:xfrm>
              <a:off x="3270737" y="4041646"/>
              <a:ext cx="653142" cy="653143"/>
            </a:xfrm>
            <a:prstGeom prst="star5">
              <a:avLst>
                <a:gd name="adj" fmla="val 19098"/>
                <a:gd name="hf" fmla="val 105146"/>
                <a:gd name="vf" fmla="val 110557"/>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191" name="Google Shape;191;p32"/>
            <p:cNvSpPr/>
            <p:nvPr/>
          </p:nvSpPr>
          <p:spPr>
            <a:xfrm>
              <a:off x="3597306" y="4041650"/>
              <a:ext cx="326569" cy="653139"/>
            </a:xfrm>
            <a:custGeom>
              <a:avLst/>
              <a:gdLst/>
              <a:ahLst/>
              <a:cxnLst/>
              <a:rect l="l" t="t" r="r" b="b"/>
              <a:pathLst>
                <a:path w="326570" h="653141" extrusionOk="0">
                  <a:moveTo>
                    <a:pt x="0" y="0"/>
                  </a:moveTo>
                  <a:lnTo>
                    <a:pt x="77091" y="249480"/>
                  </a:lnTo>
                  <a:lnTo>
                    <a:pt x="326570" y="249478"/>
                  </a:lnTo>
                  <a:lnTo>
                    <a:pt x="124736" y="403663"/>
                  </a:lnTo>
                  <a:lnTo>
                    <a:pt x="201831" y="653141"/>
                  </a:lnTo>
                  <a:lnTo>
                    <a:pt x="0" y="498953"/>
                  </a:lnTo>
                  <a:close/>
                </a:path>
              </a:pathLst>
            </a:custGeom>
            <a:solidFill>
              <a:srgbClr val="CCCC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grpSp>
      <p:sp>
        <p:nvSpPr>
          <p:cNvPr id="192" name="Google Shape;192;p32"/>
          <p:cNvSpPr txBox="1">
            <a:spLocks noGrp="1"/>
          </p:cNvSpPr>
          <p:nvPr>
            <p:ph type="body" idx="4"/>
          </p:nvPr>
        </p:nvSpPr>
        <p:spPr>
          <a:xfrm>
            <a:off x="958283" y="2721203"/>
            <a:ext cx="846528" cy="2490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350"/>
              <a:buFont typeface="Arial"/>
              <a:buNone/>
              <a:defRPr sz="135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93" name="Google Shape;193;p32"/>
          <p:cNvSpPr txBox="1">
            <a:spLocks noGrp="1"/>
          </p:cNvSpPr>
          <p:nvPr>
            <p:ph type="body" idx="5"/>
          </p:nvPr>
        </p:nvSpPr>
        <p:spPr>
          <a:xfrm>
            <a:off x="1850721" y="3016014"/>
            <a:ext cx="946585" cy="1842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94" name="Google Shape;194;p32"/>
          <p:cNvSpPr txBox="1">
            <a:spLocks noGrp="1"/>
          </p:cNvSpPr>
          <p:nvPr>
            <p:ph type="title"/>
          </p:nvPr>
        </p:nvSpPr>
        <p:spPr>
          <a:xfrm>
            <a:off x="630238" y="600075"/>
            <a:ext cx="6246812" cy="44397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78">
          <p15:clr>
            <a:srgbClr val="FBAE40"/>
          </p15:clr>
        </p15:guide>
        <p15:guide id="2" orient="horz" pos="2210">
          <p15:clr>
            <a:srgbClr val="FBAE40"/>
          </p15:clr>
        </p15:guide>
        <p15:guide id="3" orient="horz" pos="2130">
          <p15:clr>
            <a:srgbClr val="FBAE40"/>
          </p15:clr>
        </p15:guide>
        <p15:guide id="4" orient="horz" pos="1597">
          <p15:clr>
            <a:srgbClr val="FBAE40"/>
          </p15:clr>
        </p15:guide>
        <p15:guide id="5" orient="horz" pos="2641">
          <p15:clr>
            <a:srgbClr val="FBAE40"/>
          </p15:clr>
        </p15:guide>
        <p15:guide id="6" pos="1134">
          <p15:clr>
            <a:srgbClr val="FBAE40"/>
          </p15:clr>
        </p15:guide>
        <p15:guide id="7" pos="433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TImeline Infographic">
  <p:cSld name="Title and TImeline Infographic">
    <p:spTree>
      <p:nvGrpSpPr>
        <p:cNvPr id="1" name="Shape 196"/>
        <p:cNvGrpSpPr/>
        <p:nvPr/>
      </p:nvGrpSpPr>
      <p:grpSpPr>
        <a:xfrm>
          <a:off x="0" y="0"/>
          <a:ext cx="0" cy="0"/>
          <a:chOff x="0" y="0"/>
          <a:chExt cx="0" cy="0"/>
        </a:xfrm>
      </p:grpSpPr>
      <p:sp>
        <p:nvSpPr>
          <p:cNvPr id="197" name="Google Shape;197;p3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8" name="Google Shape;198;p3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pic>
        <p:nvPicPr>
          <p:cNvPr id="199" name="Google Shape;199;p33"/>
          <p:cNvPicPr preferRelativeResize="0"/>
          <p:nvPr/>
        </p:nvPicPr>
        <p:blipFill rotWithShape="1">
          <a:blip r:embed="rId2">
            <a:alphaModFix/>
          </a:blip>
          <a:srcRect/>
          <a:stretch/>
        </p:blipFill>
        <p:spPr>
          <a:xfrm rot="10800000" flipH="1">
            <a:off x="632499" y="2973622"/>
            <a:ext cx="7691174" cy="667936"/>
          </a:xfrm>
          <a:prstGeom prst="rect">
            <a:avLst/>
          </a:prstGeom>
          <a:noFill/>
          <a:ln>
            <a:noFill/>
          </a:ln>
        </p:spPr>
      </p:pic>
      <p:sp>
        <p:nvSpPr>
          <p:cNvPr id="200" name="Google Shape;200;p33"/>
          <p:cNvSpPr txBox="1">
            <a:spLocks noGrp="1"/>
          </p:cNvSpPr>
          <p:nvPr>
            <p:ph type="body" idx="1"/>
          </p:nvPr>
        </p:nvSpPr>
        <p:spPr>
          <a:xfrm>
            <a:off x="991750" y="1746401"/>
            <a:ext cx="740399" cy="249042"/>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DDDDDD"/>
              </a:buClr>
              <a:buSzPts val="2000"/>
              <a:buFont typeface="Arial"/>
              <a:buNone/>
              <a:defRPr sz="2000" b="1" i="0" u="none" strike="noStrike" cap="none">
                <a:solidFill>
                  <a:srgbClr val="DDDDDD"/>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01" name="Google Shape;201;p33"/>
          <p:cNvSpPr txBox="1">
            <a:spLocks noGrp="1"/>
          </p:cNvSpPr>
          <p:nvPr>
            <p:ph type="body" idx="2"/>
          </p:nvPr>
        </p:nvSpPr>
        <p:spPr>
          <a:xfrm>
            <a:off x="991750" y="2056441"/>
            <a:ext cx="1324840"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DDDDDD"/>
              </a:buClr>
              <a:buSzPts val="1100"/>
              <a:buFont typeface="Arial"/>
              <a:buNone/>
              <a:defRPr sz="1100" b="1" i="0" u="none" strike="noStrike" cap="none">
                <a:solidFill>
                  <a:srgbClr val="DDDDDD"/>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02" name="Google Shape;202;p33"/>
          <p:cNvSpPr txBox="1">
            <a:spLocks noGrp="1"/>
          </p:cNvSpPr>
          <p:nvPr>
            <p:ph type="body" idx="3"/>
          </p:nvPr>
        </p:nvSpPr>
        <p:spPr>
          <a:xfrm>
            <a:off x="991750" y="2281691"/>
            <a:ext cx="1149473"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03" name="Google Shape;203;p33"/>
          <p:cNvSpPr txBox="1">
            <a:spLocks noGrp="1"/>
          </p:cNvSpPr>
          <p:nvPr>
            <p:ph type="body" idx="4"/>
          </p:nvPr>
        </p:nvSpPr>
        <p:spPr>
          <a:xfrm>
            <a:off x="2440487" y="1746401"/>
            <a:ext cx="740399" cy="249042"/>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F6303E"/>
              </a:buClr>
              <a:buSzPts val="2000"/>
              <a:buFont typeface="Arial"/>
              <a:buNone/>
              <a:defRPr sz="2000" b="1" i="0" u="none" strike="noStrike" cap="none">
                <a:solidFill>
                  <a:srgbClr val="F630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04" name="Google Shape;204;p33"/>
          <p:cNvSpPr txBox="1">
            <a:spLocks noGrp="1"/>
          </p:cNvSpPr>
          <p:nvPr>
            <p:ph type="body" idx="5"/>
          </p:nvPr>
        </p:nvSpPr>
        <p:spPr>
          <a:xfrm>
            <a:off x="2440487" y="2056441"/>
            <a:ext cx="1324840"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F6303E"/>
              </a:buClr>
              <a:buSzPts val="1100"/>
              <a:buFont typeface="Arial"/>
              <a:buNone/>
              <a:defRPr sz="1100" b="1" i="0" u="none" strike="noStrike" cap="none">
                <a:solidFill>
                  <a:srgbClr val="F630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05" name="Google Shape;205;p33"/>
          <p:cNvSpPr txBox="1">
            <a:spLocks noGrp="1"/>
          </p:cNvSpPr>
          <p:nvPr>
            <p:ph type="body" idx="6"/>
          </p:nvPr>
        </p:nvSpPr>
        <p:spPr>
          <a:xfrm>
            <a:off x="2440487" y="2281691"/>
            <a:ext cx="1149473"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06" name="Google Shape;206;p33"/>
          <p:cNvSpPr txBox="1">
            <a:spLocks noGrp="1"/>
          </p:cNvSpPr>
          <p:nvPr>
            <p:ph type="body" idx="7"/>
          </p:nvPr>
        </p:nvSpPr>
        <p:spPr>
          <a:xfrm>
            <a:off x="3892297" y="1746401"/>
            <a:ext cx="740399" cy="249042"/>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chemeClr val="dk1"/>
              </a:buClr>
              <a:buSzPts val="2000"/>
              <a:buFont typeface="Arial"/>
              <a:buNone/>
              <a:defRPr sz="2000"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07" name="Google Shape;207;p33"/>
          <p:cNvSpPr txBox="1">
            <a:spLocks noGrp="1"/>
          </p:cNvSpPr>
          <p:nvPr>
            <p:ph type="body" idx="8"/>
          </p:nvPr>
        </p:nvSpPr>
        <p:spPr>
          <a:xfrm>
            <a:off x="3892297" y="2056441"/>
            <a:ext cx="1324840"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chemeClr val="dk1"/>
              </a:buClr>
              <a:buSzPts val="1100"/>
              <a:buFont typeface="Arial"/>
              <a:buNone/>
              <a:defRPr sz="1100"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08" name="Google Shape;208;p33"/>
          <p:cNvSpPr txBox="1">
            <a:spLocks noGrp="1"/>
          </p:cNvSpPr>
          <p:nvPr>
            <p:ph type="body" idx="9"/>
          </p:nvPr>
        </p:nvSpPr>
        <p:spPr>
          <a:xfrm>
            <a:off x="3892297" y="2281691"/>
            <a:ext cx="1149473"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09" name="Google Shape;209;p33"/>
          <p:cNvSpPr txBox="1">
            <a:spLocks noGrp="1"/>
          </p:cNvSpPr>
          <p:nvPr>
            <p:ph type="body" idx="13"/>
          </p:nvPr>
        </p:nvSpPr>
        <p:spPr>
          <a:xfrm>
            <a:off x="5326899" y="1746401"/>
            <a:ext cx="740399" cy="249042"/>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CCCCCC"/>
              </a:buClr>
              <a:buSzPts val="2000"/>
              <a:buFont typeface="Arial"/>
              <a:buNone/>
              <a:defRPr sz="2000" b="1" i="0" u="none" strike="noStrike" cap="none">
                <a:solidFill>
                  <a:srgbClr val="CCCCCC"/>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0" name="Google Shape;210;p33"/>
          <p:cNvSpPr txBox="1">
            <a:spLocks noGrp="1"/>
          </p:cNvSpPr>
          <p:nvPr>
            <p:ph type="body" idx="14"/>
          </p:nvPr>
        </p:nvSpPr>
        <p:spPr>
          <a:xfrm>
            <a:off x="5326899" y="2056441"/>
            <a:ext cx="1324840"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CCCCCC"/>
              </a:buClr>
              <a:buSzPts val="1100"/>
              <a:buFont typeface="Arial"/>
              <a:buNone/>
              <a:defRPr sz="1100" b="1" i="0" u="none" strike="noStrike" cap="none">
                <a:solidFill>
                  <a:srgbClr val="CCCCCC"/>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1" name="Google Shape;211;p33"/>
          <p:cNvSpPr txBox="1">
            <a:spLocks noGrp="1"/>
          </p:cNvSpPr>
          <p:nvPr>
            <p:ph type="body" idx="15"/>
          </p:nvPr>
        </p:nvSpPr>
        <p:spPr>
          <a:xfrm>
            <a:off x="5326899" y="2281691"/>
            <a:ext cx="1149473"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2" name="Google Shape;212;p33"/>
          <p:cNvSpPr txBox="1">
            <a:spLocks noGrp="1"/>
          </p:cNvSpPr>
          <p:nvPr>
            <p:ph type="body" idx="16"/>
          </p:nvPr>
        </p:nvSpPr>
        <p:spPr>
          <a:xfrm>
            <a:off x="6735161" y="1746401"/>
            <a:ext cx="740399" cy="249042"/>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F6303E"/>
              </a:buClr>
              <a:buSzPts val="2000"/>
              <a:buFont typeface="Arial"/>
              <a:buNone/>
              <a:defRPr sz="2000" b="1" i="0" u="none" strike="noStrike" cap="none">
                <a:solidFill>
                  <a:srgbClr val="F630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3" name="Google Shape;213;p33"/>
          <p:cNvSpPr txBox="1">
            <a:spLocks noGrp="1"/>
          </p:cNvSpPr>
          <p:nvPr>
            <p:ph type="body" idx="17"/>
          </p:nvPr>
        </p:nvSpPr>
        <p:spPr>
          <a:xfrm>
            <a:off x="6735161" y="2056441"/>
            <a:ext cx="1324840"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F6303E"/>
              </a:buClr>
              <a:buSzPts val="1100"/>
              <a:buFont typeface="Arial"/>
              <a:buNone/>
              <a:defRPr sz="1100" b="1" i="0" u="none" strike="noStrike" cap="none">
                <a:solidFill>
                  <a:srgbClr val="F630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4" name="Google Shape;214;p33"/>
          <p:cNvSpPr txBox="1">
            <a:spLocks noGrp="1"/>
          </p:cNvSpPr>
          <p:nvPr>
            <p:ph type="body" idx="18"/>
          </p:nvPr>
        </p:nvSpPr>
        <p:spPr>
          <a:xfrm>
            <a:off x="6735161" y="2281691"/>
            <a:ext cx="1149473" cy="16588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5" name="Google Shape;215;p33"/>
          <p:cNvSpPr txBox="1">
            <a:spLocks noGrp="1"/>
          </p:cNvSpPr>
          <p:nvPr>
            <p:ph type="body" idx="19"/>
          </p:nvPr>
        </p:nvSpPr>
        <p:spPr>
          <a:xfrm>
            <a:off x="904066" y="3531649"/>
            <a:ext cx="1324840" cy="349771"/>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DDDDDD"/>
              </a:buClr>
              <a:buSzPts val="1600"/>
              <a:buFont typeface="Arial"/>
              <a:buNone/>
              <a:defRPr sz="1600" b="1" i="0" u="none" strike="noStrike" cap="none">
                <a:solidFill>
                  <a:srgbClr val="DDDDDD"/>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6" name="Google Shape;216;p33"/>
          <p:cNvSpPr txBox="1">
            <a:spLocks noGrp="1"/>
          </p:cNvSpPr>
          <p:nvPr>
            <p:ph type="body" idx="20"/>
          </p:nvPr>
        </p:nvSpPr>
        <p:spPr>
          <a:xfrm>
            <a:off x="2352802" y="3531649"/>
            <a:ext cx="1352923" cy="349771"/>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F6303E"/>
              </a:buClr>
              <a:buSzPts val="1600"/>
              <a:buFont typeface="Arial"/>
              <a:buNone/>
              <a:defRPr sz="1600" b="1" i="0" u="none" strike="noStrike" cap="none">
                <a:solidFill>
                  <a:srgbClr val="F630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7" name="Google Shape;217;p33"/>
          <p:cNvSpPr txBox="1">
            <a:spLocks noGrp="1"/>
          </p:cNvSpPr>
          <p:nvPr>
            <p:ph type="body" idx="21"/>
          </p:nvPr>
        </p:nvSpPr>
        <p:spPr>
          <a:xfrm>
            <a:off x="3829621" y="3531648"/>
            <a:ext cx="1352923" cy="349771"/>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chemeClr val="dk1"/>
              </a:buClr>
              <a:buSzPts val="1600"/>
              <a:buFont typeface="Arial"/>
              <a:buNone/>
              <a:defRPr sz="1600"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8" name="Google Shape;218;p33"/>
          <p:cNvSpPr txBox="1">
            <a:spLocks noGrp="1"/>
          </p:cNvSpPr>
          <p:nvPr>
            <p:ph type="body" idx="22"/>
          </p:nvPr>
        </p:nvSpPr>
        <p:spPr>
          <a:xfrm>
            <a:off x="5306440" y="3531648"/>
            <a:ext cx="1324840" cy="349771"/>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DDDDDD"/>
              </a:buClr>
              <a:buSzPts val="1600"/>
              <a:buFont typeface="Arial"/>
              <a:buNone/>
              <a:defRPr sz="1600" b="1" i="0" u="none" strike="noStrike" cap="none">
                <a:solidFill>
                  <a:srgbClr val="DDDDDD"/>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9" name="Google Shape;219;p33"/>
          <p:cNvSpPr txBox="1">
            <a:spLocks noGrp="1"/>
          </p:cNvSpPr>
          <p:nvPr>
            <p:ph type="body" idx="23"/>
          </p:nvPr>
        </p:nvSpPr>
        <p:spPr>
          <a:xfrm>
            <a:off x="6755176" y="3531647"/>
            <a:ext cx="1352923" cy="349771"/>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750"/>
              </a:spcBef>
              <a:spcAft>
                <a:spcPts val="0"/>
              </a:spcAft>
              <a:buClr>
                <a:srgbClr val="F6303E"/>
              </a:buClr>
              <a:buSzPts val="1600"/>
              <a:buFont typeface="Arial"/>
              <a:buNone/>
              <a:defRPr sz="1600" b="1" i="0" u="none" strike="noStrike" cap="none">
                <a:solidFill>
                  <a:srgbClr val="F630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pic>
        <p:nvPicPr>
          <p:cNvPr id="220" name="Google Shape;220;p33"/>
          <p:cNvPicPr preferRelativeResize="0"/>
          <p:nvPr/>
        </p:nvPicPr>
        <p:blipFill rotWithShape="1">
          <a:blip r:embed="rId2">
            <a:alphaModFix/>
          </a:blip>
          <a:srcRect/>
          <a:stretch/>
        </p:blipFill>
        <p:spPr>
          <a:xfrm rot="10800000" flipH="1">
            <a:off x="632499" y="2973622"/>
            <a:ext cx="7691174" cy="667936"/>
          </a:xfrm>
          <a:prstGeom prst="rect">
            <a:avLst/>
          </a:prstGeom>
          <a:noFill/>
          <a:ln>
            <a:noFill/>
          </a:ln>
        </p:spPr>
      </p:pic>
      <p:sp>
        <p:nvSpPr>
          <p:cNvPr id="221" name="Google Shape;221;p33"/>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222" name="Google Shape;222;p33"/>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9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Line Chart">
  <p:cSld name="Title and Line Chart">
    <p:spTree>
      <p:nvGrpSpPr>
        <p:cNvPr id="1" name="Shape 224"/>
        <p:cNvGrpSpPr/>
        <p:nvPr/>
      </p:nvGrpSpPr>
      <p:grpSpPr>
        <a:xfrm>
          <a:off x="0" y="0"/>
          <a:ext cx="0" cy="0"/>
          <a:chOff x="0" y="0"/>
          <a:chExt cx="0" cy="0"/>
        </a:xfrm>
      </p:grpSpPr>
      <p:sp>
        <p:nvSpPr>
          <p:cNvPr id="225" name="Google Shape;225;p3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6" name="Google Shape;226;p3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
        <p:nvSpPr>
          <p:cNvPr id="227" name="Google Shape;227;p34"/>
          <p:cNvSpPr/>
          <p:nvPr/>
        </p:nvSpPr>
        <p:spPr>
          <a:xfrm>
            <a:off x="3170379" y="4105875"/>
            <a:ext cx="1512168" cy="41909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228" name="Google Shape;228;p34"/>
          <p:cNvGraphicFramePr/>
          <p:nvPr/>
        </p:nvGraphicFramePr>
        <p:xfrm>
          <a:off x="5176215" y="3284258"/>
          <a:ext cx="1319792" cy="42272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29" name="Google Shape;229;p34"/>
          <p:cNvGraphicFramePr/>
          <p:nvPr/>
        </p:nvGraphicFramePr>
        <p:xfrm>
          <a:off x="6609469" y="3232411"/>
          <a:ext cx="1333750" cy="431988"/>
        </p:xfrm>
        <a:graphic>
          <a:graphicData uri="http://schemas.openxmlformats.org/drawingml/2006/chart">
            <c:chart xmlns:c="http://schemas.openxmlformats.org/drawingml/2006/chart" xmlns:r="http://schemas.openxmlformats.org/officeDocument/2006/relationships" r:id="rId3"/>
          </a:graphicData>
        </a:graphic>
      </p:graphicFrame>
      <p:sp>
        <p:nvSpPr>
          <p:cNvPr id="230" name="Google Shape;230;p34"/>
          <p:cNvSpPr txBox="1">
            <a:spLocks noGrp="1"/>
          </p:cNvSpPr>
          <p:nvPr>
            <p:ph type="body" idx="1"/>
          </p:nvPr>
        </p:nvSpPr>
        <p:spPr>
          <a:xfrm>
            <a:off x="630238" y="1600199"/>
            <a:ext cx="3182128" cy="300672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820"/>
              <a:buFont typeface="Arial"/>
              <a:buNone/>
              <a:defRPr sz="182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1" name="Google Shape;231;p34"/>
          <p:cNvSpPr txBox="1">
            <a:spLocks noGrp="1"/>
          </p:cNvSpPr>
          <p:nvPr>
            <p:ph type="body" idx="2"/>
          </p:nvPr>
        </p:nvSpPr>
        <p:spPr>
          <a:xfrm>
            <a:off x="5306779" y="3059187"/>
            <a:ext cx="671653" cy="35078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rgbClr val="F6303E"/>
              </a:buClr>
              <a:buSzPts val="2000"/>
              <a:buFont typeface="Arial"/>
              <a:buNone/>
              <a:defRPr sz="2000" b="1" i="0" u="none" strike="noStrike" cap="none">
                <a:solidFill>
                  <a:srgbClr val="F630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2" name="Google Shape;232;p34"/>
          <p:cNvSpPr txBox="1">
            <a:spLocks noGrp="1"/>
          </p:cNvSpPr>
          <p:nvPr>
            <p:ph type="body" idx="3"/>
          </p:nvPr>
        </p:nvSpPr>
        <p:spPr>
          <a:xfrm>
            <a:off x="6894111" y="3052728"/>
            <a:ext cx="671653" cy="3250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rgbClr val="CCCCCC"/>
              </a:buClr>
              <a:buSzPts val="2000"/>
              <a:buFont typeface="Arial"/>
              <a:buNone/>
              <a:defRPr sz="2000" b="1" i="0" u="none" strike="noStrike" cap="none">
                <a:solidFill>
                  <a:srgbClr val="CCCCCC"/>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3" name="Google Shape;233;p34"/>
          <p:cNvSpPr txBox="1">
            <a:spLocks noGrp="1"/>
          </p:cNvSpPr>
          <p:nvPr>
            <p:ph type="body" idx="4"/>
          </p:nvPr>
        </p:nvSpPr>
        <p:spPr>
          <a:xfrm>
            <a:off x="5306778" y="3559464"/>
            <a:ext cx="1077979" cy="21259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rgbClr val="F6303E"/>
              </a:buClr>
              <a:buSzPts val="1200"/>
              <a:buFont typeface="Arial"/>
              <a:buNone/>
              <a:defRPr sz="1200" b="1" i="0" u="none" strike="noStrike" cap="none">
                <a:solidFill>
                  <a:srgbClr val="F630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4" name="Google Shape;234;p34"/>
          <p:cNvSpPr txBox="1">
            <a:spLocks noGrp="1"/>
          </p:cNvSpPr>
          <p:nvPr>
            <p:ph type="body" idx="5"/>
          </p:nvPr>
        </p:nvSpPr>
        <p:spPr>
          <a:xfrm>
            <a:off x="5299344" y="3813792"/>
            <a:ext cx="1077979" cy="79914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50"/>
              <a:buFont typeface="Arial"/>
              <a:buNone/>
              <a:defRPr sz="105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5" name="Google Shape;235;p34"/>
          <p:cNvSpPr txBox="1">
            <a:spLocks noGrp="1"/>
          </p:cNvSpPr>
          <p:nvPr>
            <p:ph type="body" idx="6"/>
          </p:nvPr>
        </p:nvSpPr>
        <p:spPr>
          <a:xfrm>
            <a:off x="6890089" y="3559464"/>
            <a:ext cx="1077979" cy="21259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rgbClr val="F6303E"/>
              </a:buClr>
              <a:buSzPts val="1200"/>
              <a:buFont typeface="Arial"/>
              <a:buNone/>
              <a:defRPr sz="1200" b="1" i="0" u="none" strike="noStrike" cap="none">
                <a:solidFill>
                  <a:srgbClr val="F630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6" name="Google Shape;236;p34"/>
          <p:cNvSpPr txBox="1">
            <a:spLocks noGrp="1"/>
          </p:cNvSpPr>
          <p:nvPr>
            <p:ph type="body" idx="7"/>
          </p:nvPr>
        </p:nvSpPr>
        <p:spPr>
          <a:xfrm>
            <a:off x="6882655" y="3813792"/>
            <a:ext cx="1077979" cy="79914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050"/>
              <a:buFont typeface="Arial"/>
              <a:buNone/>
              <a:defRPr sz="105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7" name="Google Shape;237;p34"/>
          <p:cNvSpPr>
            <a:spLocks noGrp="1"/>
          </p:cNvSpPr>
          <p:nvPr>
            <p:ph type="chart" idx="8"/>
          </p:nvPr>
        </p:nvSpPr>
        <p:spPr>
          <a:xfrm>
            <a:off x="5295900" y="1600200"/>
            <a:ext cx="3225800" cy="13335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900"/>
              <a:buFont typeface="Arial"/>
              <a:buNone/>
              <a:defRPr sz="900" b="0" i="0" u="none" strike="noStrike" cap="none">
                <a:solidFill>
                  <a:schemeClr val="dk1"/>
                </a:solidFill>
                <a:latin typeface="Proxima Nova"/>
                <a:ea typeface="Proxima Nova"/>
                <a:cs typeface="Proxima Nova"/>
                <a:sym typeface="Proxima Nova"/>
              </a:defRPr>
            </a:lvl1pPr>
            <a:lvl2pPr marR="0" lvl="1"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38" name="Google Shape;238;p34"/>
          <p:cNvSpPr/>
          <p:nvPr/>
        </p:nvSpPr>
        <p:spPr>
          <a:xfrm>
            <a:off x="3170379" y="4105875"/>
            <a:ext cx="1512168" cy="41909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239" name="Google Shape;239;p34"/>
          <p:cNvGraphicFramePr/>
          <p:nvPr/>
        </p:nvGraphicFramePr>
        <p:xfrm>
          <a:off x="5176215" y="3284258"/>
          <a:ext cx="1319792" cy="42272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40" name="Google Shape;240;p34"/>
          <p:cNvGraphicFramePr/>
          <p:nvPr/>
        </p:nvGraphicFramePr>
        <p:xfrm>
          <a:off x="6609469" y="3232411"/>
          <a:ext cx="1333750" cy="431988"/>
        </p:xfrm>
        <a:graphic>
          <a:graphicData uri="http://schemas.openxmlformats.org/drawingml/2006/chart">
            <c:chart xmlns:c="http://schemas.openxmlformats.org/drawingml/2006/chart" xmlns:r="http://schemas.openxmlformats.org/officeDocument/2006/relationships" r:id="rId5"/>
          </a:graphicData>
        </a:graphic>
      </p:graphicFrame>
      <p:sp>
        <p:nvSpPr>
          <p:cNvPr id="241" name="Google Shape;241;p34"/>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242" name="Google Shape;242;p34"/>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95">
          <p15:clr>
            <a:srgbClr val="FBAE40"/>
          </p15:clr>
        </p15:guide>
        <p15:guide id="2" orient="horz" pos="1008">
          <p15:clr>
            <a:srgbClr val="FBAE40"/>
          </p15:clr>
        </p15:guide>
        <p15:guide id="3" orient="horz" pos="2754">
          <p15:clr>
            <a:srgbClr val="FBAE40"/>
          </p15:clr>
        </p15:guide>
        <p15:guide id="4" pos="24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Doughnut Chart 2">
  <p:cSld name="Title and Doughnut Chart 2">
    <p:spTree>
      <p:nvGrpSpPr>
        <p:cNvPr id="1" name="Shape 244"/>
        <p:cNvGrpSpPr/>
        <p:nvPr/>
      </p:nvGrpSpPr>
      <p:grpSpPr>
        <a:xfrm>
          <a:off x="0" y="0"/>
          <a:ext cx="0" cy="0"/>
          <a:chOff x="0" y="0"/>
          <a:chExt cx="0" cy="0"/>
        </a:xfrm>
      </p:grpSpPr>
      <p:sp>
        <p:nvSpPr>
          <p:cNvPr id="245" name="Google Shape;245;p3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6" name="Google Shape;246;p3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graphicFrame>
        <p:nvGraphicFramePr>
          <p:cNvPr id="247" name="Google Shape;247;p35"/>
          <p:cNvGraphicFramePr/>
          <p:nvPr/>
        </p:nvGraphicFramePr>
        <p:xfrm>
          <a:off x="1960619" y="1967641"/>
          <a:ext cx="2754306" cy="140898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48" name="Google Shape;248;p35"/>
          <p:cNvGraphicFramePr/>
          <p:nvPr/>
        </p:nvGraphicFramePr>
        <p:xfrm>
          <a:off x="880659" y="1705476"/>
          <a:ext cx="4222864" cy="2160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49" name="Google Shape;249;p35"/>
          <p:cNvGraphicFramePr/>
          <p:nvPr/>
        </p:nvGraphicFramePr>
        <p:xfrm>
          <a:off x="3542547" y="1697092"/>
          <a:ext cx="4222864" cy="2160240"/>
        </p:xfrm>
        <a:graphic>
          <a:graphicData uri="http://schemas.openxmlformats.org/drawingml/2006/chart">
            <c:chart xmlns:c="http://schemas.openxmlformats.org/drawingml/2006/chart" xmlns:r="http://schemas.openxmlformats.org/officeDocument/2006/relationships" r:id="rId4"/>
          </a:graphicData>
        </a:graphic>
      </p:graphicFrame>
      <p:sp>
        <p:nvSpPr>
          <p:cNvPr id="250" name="Google Shape;250;p35"/>
          <p:cNvSpPr txBox="1">
            <a:spLocks noGrp="1"/>
          </p:cNvSpPr>
          <p:nvPr>
            <p:ph type="body" idx="1"/>
          </p:nvPr>
        </p:nvSpPr>
        <p:spPr>
          <a:xfrm>
            <a:off x="2286696" y="2571750"/>
            <a:ext cx="1324840" cy="29837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3200"/>
              <a:buFont typeface="Arial"/>
              <a:buNone/>
              <a:defRPr sz="32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51" name="Google Shape;251;p35"/>
          <p:cNvSpPr txBox="1">
            <a:spLocks noGrp="1"/>
          </p:cNvSpPr>
          <p:nvPr>
            <p:ph type="body" idx="2"/>
          </p:nvPr>
        </p:nvSpPr>
        <p:spPr>
          <a:xfrm>
            <a:off x="2286696" y="2939370"/>
            <a:ext cx="1324840" cy="29837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000"/>
              <a:buFont typeface="Arial"/>
              <a:buNone/>
              <a:defRPr sz="1000" b="0"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52" name="Google Shape;252;p35"/>
          <p:cNvSpPr txBox="1">
            <a:spLocks noGrp="1"/>
          </p:cNvSpPr>
          <p:nvPr>
            <p:ph type="body" idx="3"/>
          </p:nvPr>
        </p:nvSpPr>
        <p:spPr>
          <a:xfrm>
            <a:off x="4973335" y="2571750"/>
            <a:ext cx="1324840" cy="29837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3200"/>
              <a:buFont typeface="Arial"/>
              <a:buNone/>
              <a:defRPr sz="32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53" name="Google Shape;253;p35"/>
          <p:cNvSpPr txBox="1">
            <a:spLocks noGrp="1"/>
          </p:cNvSpPr>
          <p:nvPr>
            <p:ph type="body" idx="4"/>
          </p:nvPr>
        </p:nvSpPr>
        <p:spPr>
          <a:xfrm>
            <a:off x="4973335" y="2939370"/>
            <a:ext cx="1324840" cy="29837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000"/>
              <a:buFont typeface="Arial"/>
              <a:buNone/>
              <a:defRPr sz="1000" b="0"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graphicFrame>
        <p:nvGraphicFramePr>
          <p:cNvPr id="254" name="Google Shape;254;p35"/>
          <p:cNvGraphicFramePr/>
          <p:nvPr/>
        </p:nvGraphicFramePr>
        <p:xfrm>
          <a:off x="1960619" y="1967641"/>
          <a:ext cx="2754306" cy="140898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55" name="Google Shape;255;p35"/>
          <p:cNvGraphicFramePr/>
          <p:nvPr/>
        </p:nvGraphicFramePr>
        <p:xfrm>
          <a:off x="880659" y="1705476"/>
          <a:ext cx="4222864" cy="216024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56" name="Google Shape;256;p35"/>
          <p:cNvGraphicFramePr/>
          <p:nvPr/>
        </p:nvGraphicFramePr>
        <p:xfrm>
          <a:off x="3542547" y="1697092"/>
          <a:ext cx="4222864" cy="2160240"/>
        </p:xfrm>
        <a:graphic>
          <a:graphicData uri="http://schemas.openxmlformats.org/drawingml/2006/chart">
            <c:chart xmlns:c="http://schemas.openxmlformats.org/drawingml/2006/chart" xmlns:r="http://schemas.openxmlformats.org/officeDocument/2006/relationships" r:id="rId7"/>
          </a:graphicData>
        </a:graphic>
      </p:graphicFrame>
      <p:sp>
        <p:nvSpPr>
          <p:cNvPr id="257" name="Google Shape;257;p35"/>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258" name="Google Shape;258;p35"/>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9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Infograhic">
  <p:cSld name="Title and Infograhic">
    <p:spTree>
      <p:nvGrpSpPr>
        <p:cNvPr id="1" name="Shape 260"/>
        <p:cNvGrpSpPr/>
        <p:nvPr/>
      </p:nvGrpSpPr>
      <p:grpSpPr>
        <a:xfrm>
          <a:off x="0" y="0"/>
          <a:ext cx="0" cy="0"/>
          <a:chOff x="0" y="0"/>
          <a:chExt cx="0" cy="0"/>
        </a:xfrm>
      </p:grpSpPr>
      <p:sp>
        <p:nvSpPr>
          <p:cNvPr id="261" name="Google Shape;261;p3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2" name="Google Shape;262;p3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graphicFrame>
        <p:nvGraphicFramePr>
          <p:cNvPr id="263" name="Google Shape;263;p36"/>
          <p:cNvGraphicFramePr/>
          <p:nvPr/>
        </p:nvGraphicFramePr>
        <p:xfrm>
          <a:off x="914602" y="2566307"/>
          <a:ext cx="2538282" cy="1298479"/>
        </p:xfrm>
        <a:graphic>
          <a:graphicData uri="http://schemas.openxmlformats.org/drawingml/2006/chart">
            <c:chart xmlns:c="http://schemas.openxmlformats.org/drawingml/2006/chart" xmlns:r="http://schemas.openxmlformats.org/officeDocument/2006/relationships" r:id="rId2"/>
          </a:graphicData>
        </a:graphic>
      </p:graphicFrame>
      <p:pic>
        <p:nvPicPr>
          <p:cNvPr id="264" name="Google Shape;264;p36"/>
          <p:cNvPicPr preferRelativeResize="0"/>
          <p:nvPr/>
        </p:nvPicPr>
        <p:blipFill rotWithShape="1">
          <a:blip r:embed="rId3">
            <a:alphaModFix/>
          </a:blip>
          <a:srcRect/>
          <a:stretch/>
        </p:blipFill>
        <p:spPr>
          <a:xfrm>
            <a:off x="918760" y="1581506"/>
            <a:ext cx="7431156" cy="2999208"/>
          </a:xfrm>
          <a:prstGeom prst="rect">
            <a:avLst/>
          </a:prstGeom>
          <a:noFill/>
          <a:ln>
            <a:noFill/>
          </a:ln>
        </p:spPr>
      </p:pic>
      <p:sp>
        <p:nvSpPr>
          <p:cNvPr id="265" name="Google Shape;265;p36"/>
          <p:cNvSpPr txBox="1">
            <a:spLocks noGrp="1"/>
          </p:cNvSpPr>
          <p:nvPr>
            <p:ph type="body" idx="1"/>
          </p:nvPr>
        </p:nvSpPr>
        <p:spPr>
          <a:xfrm>
            <a:off x="1263041" y="2104600"/>
            <a:ext cx="830454" cy="29204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989898"/>
              </a:buClr>
              <a:buSzPts val="1800"/>
              <a:buFont typeface="Arial"/>
              <a:buNone/>
              <a:defRPr sz="18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66" name="Google Shape;266;p36"/>
          <p:cNvSpPr txBox="1">
            <a:spLocks noGrp="1"/>
          </p:cNvSpPr>
          <p:nvPr>
            <p:ph type="body" idx="2"/>
          </p:nvPr>
        </p:nvSpPr>
        <p:spPr>
          <a:xfrm>
            <a:off x="2470356" y="3778988"/>
            <a:ext cx="784195" cy="30595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800"/>
              <a:buFont typeface="Arial"/>
              <a:buNone/>
              <a:defRPr sz="1800"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67" name="Google Shape;267;p36"/>
          <p:cNvSpPr txBox="1">
            <a:spLocks noGrp="1"/>
          </p:cNvSpPr>
          <p:nvPr>
            <p:ph type="body" idx="3"/>
          </p:nvPr>
        </p:nvSpPr>
        <p:spPr>
          <a:xfrm>
            <a:off x="3530790" y="2108961"/>
            <a:ext cx="824532" cy="28768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F6323E"/>
              </a:buClr>
              <a:buSzPts val="1800"/>
              <a:buFont typeface="Arial"/>
              <a:buNone/>
              <a:defRPr sz="1800" b="1" i="0" u="none" strike="noStrike" cap="none">
                <a:solidFill>
                  <a:srgbClr val="F632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68" name="Google Shape;268;p36"/>
          <p:cNvSpPr txBox="1">
            <a:spLocks noGrp="1"/>
          </p:cNvSpPr>
          <p:nvPr>
            <p:ph type="body" idx="4"/>
          </p:nvPr>
        </p:nvSpPr>
        <p:spPr>
          <a:xfrm>
            <a:off x="4729642" y="3771033"/>
            <a:ext cx="745627" cy="30595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F6323E"/>
              </a:buClr>
              <a:buSzPts val="1800"/>
              <a:buFont typeface="Arial"/>
              <a:buNone/>
              <a:defRPr sz="1800" b="1" i="0" u="none" strike="noStrike" cap="none">
                <a:solidFill>
                  <a:srgbClr val="F632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69" name="Google Shape;269;p36"/>
          <p:cNvSpPr txBox="1">
            <a:spLocks noGrp="1"/>
          </p:cNvSpPr>
          <p:nvPr>
            <p:ph type="body" idx="5"/>
          </p:nvPr>
        </p:nvSpPr>
        <p:spPr>
          <a:xfrm>
            <a:off x="5904099" y="2107682"/>
            <a:ext cx="758842" cy="292044"/>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800"/>
              <a:buFont typeface="Arial"/>
              <a:buNone/>
              <a:defRPr sz="18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0" name="Google Shape;270;p36"/>
          <p:cNvSpPr txBox="1">
            <a:spLocks noGrp="1"/>
          </p:cNvSpPr>
          <p:nvPr>
            <p:ph type="body" idx="6"/>
          </p:nvPr>
        </p:nvSpPr>
        <p:spPr>
          <a:xfrm>
            <a:off x="7023857" y="3762859"/>
            <a:ext cx="784195" cy="30595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F6323E"/>
              </a:buClr>
              <a:buSzPts val="1800"/>
              <a:buFont typeface="Arial"/>
              <a:buNone/>
              <a:defRPr sz="1800" b="1" i="0" u="none" strike="noStrike" cap="none">
                <a:solidFill>
                  <a:srgbClr val="F6323E"/>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1" name="Google Shape;271;p36"/>
          <p:cNvSpPr txBox="1">
            <a:spLocks noGrp="1"/>
          </p:cNvSpPr>
          <p:nvPr>
            <p:ph type="body" idx="7"/>
          </p:nvPr>
        </p:nvSpPr>
        <p:spPr>
          <a:xfrm>
            <a:off x="2156171" y="1257995"/>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200"/>
              <a:buFont typeface="Arial"/>
              <a:buNone/>
              <a:defRPr sz="1200"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2" name="Google Shape;272;p36"/>
          <p:cNvSpPr txBox="1">
            <a:spLocks noGrp="1"/>
          </p:cNvSpPr>
          <p:nvPr>
            <p:ph type="body" idx="8"/>
          </p:nvPr>
        </p:nvSpPr>
        <p:spPr>
          <a:xfrm>
            <a:off x="2156171" y="1523662"/>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3" name="Google Shape;273;p36"/>
          <p:cNvSpPr txBox="1">
            <a:spLocks noGrp="1"/>
          </p:cNvSpPr>
          <p:nvPr>
            <p:ph type="body" idx="9"/>
          </p:nvPr>
        </p:nvSpPr>
        <p:spPr>
          <a:xfrm>
            <a:off x="4513908" y="1257995"/>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F1333F"/>
              </a:buClr>
              <a:buSzPts val="1200"/>
              <a:buFont typeface="Arial"/>
              <a:buNone/>
              <a:defRPr sz="1200" b="1" i="0" u="none" strike="noStrike" cap="none">
                <a:solidFill>
                  <a:srgbClr val="F1333F"/>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4" name="Google Shape;274;p36"/>
          <p:cNvSpPr txBox="1">
            <a:spLocks noGrp="1"/>
          </p:cNvSpPr>
          <p:nvPr>
            <p:ph type="body" idx="13"/>
          </p:nvPr>
        </p:nvSpPr>
        <p:spPr>
          <a:xfrm>
            <a:off x="4513908" y="1523662"/>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5" name="Google Shape;275;p36"/>
          <p:cNvSpPr txBox="1">
            <a:spLocks noGrp="1"/>
          </p:cNvSpPr>
          <p:nvPr>
            <p:ph type="body" idx="14"/>
          </p:nvPr>
        </p:nvSpPr>
        <p:spPr>
          <a:xfrm>
            <a:off x="6720777" y="1257995"/>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F1333F"/>
              </a:buClr>
              <a:buSzPts val="1200"/>
              <a:buFont typeface="Arial"/>
              <a:buNone/>
              <a:defRPr sz="1200" b="1" i="0" u="none" strike="noStrike" cap="none">
                <a:solidFill>
                  <a:srgbClr val="F1333F"/>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6" name="Google Shape;276;p36"/>
          <p:cNvSpPr txBox="1">
            <a:spLocks noGrp="1"/>
          </p:cNvSpPr>
          <p:nvPr>
            <p:ph type="body" idx="15"/>
          </p:nvPr>
        </p:nvSpPr>
        <p:spPr>
          <a:xfrm>
            <a:off x="6720777" y="1523662"/>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7" name="Google Shape;277;p36"/>
          <p:cNvSpPr txBox="1">
            <a:spLocks noGrp="1"/>
          </p:cNvSpPr>
          <p:nvPr>
            <p:ph type="body" idx="16"/>
          </p:nvPr>
        </p:nvSpPr>
        <p:spPr>
          <a:xfrm>
            <a:off x="995265" y="3791876"/>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989898"/>
              </a:buClr>
              <a:buSzPts val="1200"/>
              <a:buFont typeface="Arial"/>
              <a:buNone/>
              <a:defRPr sz="12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8" name="Google Shape;278;p36"/>
          <p:cNvSpPr txBox="1">
            <a:spLocks noGrp="1"/>
          </p:cNvSpPr>
          <p:nvPr>
            <p:ph type="body" idx="17"/>
          </p:nvPr>
        </p:nvSpPr>
        <p:spPr>
          <a:xfrm>
            <a:off x="995265" y="4057543"/>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9" name="Google Shape;279;p36"/>
          <p:cNvSpPr txBox="1">
            <a:spLocks noGrp="1"/>
          </p:cNvSpPr>
          <p:nvPr>
            <p:ph type="body" idx="18"/>
          </p:nvPr>
        </p:nvSpPr>
        <p:spPr>
          <a:xfrm>
            <a:off x="3326285" y="3779691"/>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F1333F"/>
              </a:buClr>
              <a:buSzPts val="1200"/>
              <a:buFont typeface="Arial"/>
              <a:buNone/>
              <a:defRPr sz="1200" b="1" i="0" u="none" strike="noStrike" cap="none">
                <a:solidFill>
                  <a:srgbClr val="F1333F"/>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80" name="Google Shape;280;p36"/>
          <p:cNvSpPr txBox="1">
            <a:spLocks noGrp="1"/>
          </p:cNvSpPr>
          <p:nvPr>
            <p:ph type="body" idx="19"/>
          </p:nvPr>
        </p:nvSpPr>
        <p:spPr>
          <a:xfrm>
            <a:off x="3326285" y="4045358"/>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81" name="Google Shape;281;p36"/>
          <p:cNvSpPr txBox="1">
            <a:spLocks noGrp="1"/>
          </p:cNvSpPr>
          <p:nvPr>
            <p:ph type="body" idx="20"/>
          </p:nvPr>
        </p:nvSpPr>
        <p:spPr>
          <a:xfrm>
            <a:off x="5599996" y="3758972"/>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989898"/>
              </a:buClr>
              <a:buSzPts val="1200"/>
              <a:buFont typeface="Arial"/>
              <a:buNone/>
              <a:defRPr sz="12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82" name="Google Shape;282;p36"/>
          <p:cNvSpPr txBox="1">
            <a:spLocks noGrp="1"/>
          </p:cNvSpPr>
          <p:nvPr>
            <p:ph type="body" idx="21"/>
          </p:nvPr>
        </p:nvSpPr>
        <p:spPr>
          <a:xfrm>
            <a:off x="5599996" y="4024639"/>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graphicFrame>
        <p:nvGraphicFramePr>
          <p:cNvPr id="283" name="Google Shape;283;p36"/>
          <p:cNvGraphicFramePr/>
          <p:nvPr/>
        </p:nvGraphicFramePr>
        <p:xfrm>
          <a:off x="914602" y="2566307"/>
          <a:ext cx="2538282" cy="1298479"/>
        </p:xfrm>
        <a:graphic>
          <a:graphicData uri="http://schemas.openxmlformats.org/drawingml/2006/chart">
            <c:chart xmlns:c="http://schemas.openxmlformats.org/drawingml/2006/chart" xmlns:r="http://schemas.openxmlformats.org/officeDocument/2006/relationships" r:id="rId4"/>
          </a:graphicData>
        </a:graphic>
      </p:graphicFrame>
      <p:pic>
        <p:nvPicPr>
          <p:cNvPr id="284" name="Google Shape;284;p36"/>
          <p:cNvPicPr preferRelativeResize="0"/>
          <p:nvPr/>
        </p:nvPicPr>
        <p:blipFill rotWithShape="1">
          <a:blip r:embed="rId3">
            <a:alphaModFix/>
          </a:blip>
          <a:srcRect/>
          <a:stretch/>
        </p:blipFill>
        <p:spPr>
          <a:xfrm>
            <a:off x="918760" y="1581506"/>
            <a:ext cx="7431156" cy="2999208"/>
          </a:xfrm>
          <a:prstGeom prst="rect">
            <a:avLst/>
          </a:prstGeom>
          <a:noFill/>
          <a:ln>
            <a:noFill/>
          </a:ln>
        </p:spPr>
      </p:pic>
      <p:sp>
        <p:nvSpPr>
          <p:cNvPr id="285" name="Google Shape;285;p36"/>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286" name="Google Shape;286;p36"/>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9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Infographic 2">
  <p:cSld name="Title and Infographic 2">
    <p:spTree>
      <p:nvGrpSpPr>
        <p:cNvPr id="1" name="Shape 288"/>
        <p:cNvGrpSpPr/>
        <p:nvPr/>
      </p:nvGrpSpPr>
      <p:grpSpPr>
        <a:xfrm>
          <a:off x="0" y="0"/>
          <a:ext cx="0" cy="0"/>
          <a:chOff x="0" y="0"/>
          <a:chExt cx="0" cy="0"/>
        </a:xfrm>
      </p:grpSpPr>
      <p:sp>
        <p:nvSpPr>
          <p:cNvPr id="289" name="Google Shape;289;p3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3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pic>
        <p:nvPicPr>
          <p:cNvPr id="291" name="Google Shape;291;p37" descr="C:\Users\diyajoseph\Desktop\New folder (3)\Infographics-01-01.png"/>
          <p:cNvPicPr preferRelativeResize="0"/>
          <p:nvPr/>
        </p:nvPicPr>
        <p:blipFill rotWithShape="1">
          <a:blip r:embed="rId2">
            <a:alphaModFix/>
          </a:blip>
          <a:srcRect/>
          <a:stretch/>
        </p:blipFill>
        <p:spPr>
          <a:xfrm>
            <a:off x="4349184" y="1331625"/>
            <a:ext cx="3644856" cy="3644859"/>
          </a:xfrm>
          <a:prstGeom prst="rect">
            <a:avLst/>
          </a:prstGeom>
          <a:noFill/>
          <a:ln>
            <a:noFill/>
          </a:ln>
        </p:spPr>
      </p:pic>
      <p:sp>
        <p:nvSpPr>
          <p:cNvPr id="292" name="Google Shape;292;p37"/>
          <p:cNvSpPr txBox="1">
            <a:spLocks noGrp="1"/>
          </p:cNvSpPr>
          <p:nvPr>
            <p:ph type="body" idx="1"/>
          </p:nvPr>
        </p:nvSpPr>
        <p:spPr>
          <a:xfrm>
            <a:off x="630238" y="1347788"/>
            <a:ext cx="3182128" cy="27717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820"/>
              <a:buFont typeface="Arial"/>
              <a:buNone/>
              <a:defRPr sz="182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93" name="Google Shape;293;p37"/>
          <p:cNvSpPr txBox="1">
            <a:spLocks noGrp="1"/>
          </p:cNvSpPr>
          <p:nvPr>
            <p:ph type="body" idx="2"/>
          </p:nvPr>
        </p:nvSpPr>
        <p:spPr>
          <a:xfrm>
            <a:off x="6433953" y="1722104"/>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989898"/>
              </a:buClr>
              <a:buSzPts val="1200"/>
              <a:buFont typeface="Arial"/>
              <a:buNone/>
              <a:defRPr sz="12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94" name="Google Shape;294;p37"/>
          <p:cNvSpPr txBox="1">
            <a:spLocks noGrp="1"/>
          </p:cNvSpPr>
          <p:nvPr>
            <p:ph type="body" idx="3"/>
          </p:nvPr>
        </p:nvSpPr>
        <p:spPr>
          <a:xfrm>
            <a:off x="6433953" y="1987771"/>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95" name="Google Shape;295;p37"/>
          <p:cNvSpPr txBox="1">
            <a:spLocks noGrp="1"/>
          </p:cNvSpPr>
          <p:nvPr>
            <p:ph type="body" idx="4"/>
          </p:nvPr>
        </p:nvSpPr>
        <p:spPr>
          <a:xfrm>
            <a:off x="4628562" y="3026158"/>
            <a:ext cx="1182772" cy="38664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989898"/>
              </a:buClr>
              <a:buSzPts val="1100"/>
              <a:buFont typeface="Arial"/>
              <a:buNone/>
              <a:defRPr sz="11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96" name="Google Shape;296;p37"/>
          <p:cNvSpPr txBox="1">
            <a:spLocks noGrp="1"/>
          </p:cNvSpPr>
          <p:nvPr>
            <p:ph type="body" idx="5"/>
          </p:nvPr>
        </p:nvSpPr>
        <p:spPr>
          <a:xfrm>
            <a:off x="7003447" y="2783735"/>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97" name="Google Shape;297;p37"/>
          <p:cNvSpPr txBox="1">
            <a:spLocks noGrp="1"/>
          </p:cNvSpPr>
          <p:nvPr>
            <p:ph type="body" idx="6"/>
          </p:nvPr>
        </p:nvSpPr>
        <p:spPr>
          <a:xfrm>
            <a:off x="7009593" y="3303767"/>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989898"/>
              </a:buClr>
              <a:buSzPts val="1200"/>
              <a:buFont typeface="Arial"/>
              <a:buNone/>
              <a:defRPr sz="12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98" name="Google Shape;298;p37"/>
          <p:cNvSpPr txBox="1">
            <a:spLocks noGrp="1"/>
          </p:cNvSpPr>
          <p:nvPr>
            <p:ph type="body" idx="7"/>
          </p:nvPr>
        </p:nvSpPr>
        <p:spPr>
          <a:xfrm>
            <a:off x="7009593" y="3569434"/>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99" name="Google Shape;299;p37"/>
          <p:cNvSpPr txBox="1">
            <a:spLocks noGrp="1"/>
          </p:cNvSpPr>
          <p:nvPr>
            <p:ph type="body" idx="8"/>
          </p:nvPr>
        </p:nvSpPr>
        <p:spPr>
          <a:xfrm>
            <a:off x="6433953" y="4034311"/>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989898"/>
              </a:buClr>
              <a:buSzPts val="1200"/>
              <a:buFont typeface="Arial"/>
              <a:buNone/>
              <a:defRPr sz="12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00" name="Google Shape;300;p37"/>
          <p:cNvSpPr txBox="1">
            <a:spLocks noGrp="1"/>
          </p:cNvSpPr>
          <p:nvPr>
            <p:ph type="body" idx="9"/>
          </p:nvPr>
        </p:nvSpPr>
        <p:spPr>
          <a:xfrm>
            <a:off x="6433953" y="4299978"/>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01" name="Google Shape;301;p37"/>
          <p:cNvSpPr txBox="1">
            <a:spLocks noGrp="1"/>
          </p:cNvSpPr>
          <p:nvPr>
            <p:ph type="body" idx="13"/>
          </p:nvPr>
        </p:nvSpPr>
        <p:spPr>
          <a:xfrm>
            <a:off x="7001132" y="2524953"/>
            <a:ext cx="1331623" cy="21162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989898"/>
              </a:buClr>
              <a:buSzPts val="1200"/>
              <a:buFont typeface="Arial"/>
              <a:buNone/>
              <a:defRPr sz="12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02" name="Google Shape;302;p37"/>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orient="horz" pos="395">
          <p15:clr>
            <a:srgbClr val="FBAE40"/>
          </p15:clr>
        </p15:guide>
        <p15:guide id="2" orient="horz" pos="849">
          <p15:clr>
            <a:srgbClr val="FBAE40"/>
          </p15:clr>
        </p15:guide>
        <p15:guide id="3" orient="horz" pos="2663">
          <p15:clr>
            <a:srgbClr val="FBAE40"/>
          </p15:clr>
        </p15:guide>
        <p15:guide id="4" pos="25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Infographic 3">
  <p:cSld name="Title and Infographic 3">
    <p:spTree>
      <p:nvGrpSpPr>
        <p:cNvPr id="1" name="Shape 304"/>
        <p:cNvGrpSpPr/>
        <p:nvPr/>
      </p:nvGrpSpPr>
      <p:grpSpPr>
        <a:xfrm>
          <a:off x="0" y="0"/>
          <a:ext cx="0" cy="0"/>
          <a:chOff x="0" y="0"/>
          <a:chExt cx="0" cy="0"/>
        </a:xfrm>
      </p:grpSpPr>
      <p:sp>
        <p:nvSpPr>
          <p:cNvPr id="305" name="Google Shape;305;p3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6" name="Google Shape;306;p3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
        <p:nvSpPr>
          <p:cNvPr id="307" name="Google Shape;307;p38"/>
          <p:cNvSpPr txBox="1">
            <a:spLocks noGrp="1"/>
          </p:cNvSpPr>
          <p:nvPr>
            <p:ph type="body" idx="1"/>
          </p:nvPr>
        </p:nvSpPr>
        <p:spPr>
          <a:xfrm>
            <a:off x="2184783" y="1316876"/>
            <a:ext cx="1331623" cy="14816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000"/>
              <a:buFont typeface="Arial"/>
              <a:buNone/>
              <a:defRPr sz="10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08" name="Google Shape;308;p38"/>
          <p:cNvSpPr txBox="1">
            <a:spLocks noGrp="1"/>
          </p:cNvSpPr>
          <p:nvPr>
            <p:ph type="body" idx="2"/>
          </p:nvPr>
        </p:nvSpPr>
        <p:spPr>
          <a:xfrm>
            <a:off x="2184783" y="1496505"/>
            <a:ext cx="1331623" cy="17697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09" name="Google Shape;309;p38"/>
          <p:cNvSpPr txBox="1">
            <a:spLocks noGrp="1"/>
          </p:cNvSpPr>
          <p:nvPr>
            <p:ph type="body" idx="3"/>
          </p:nvPr>
        </p:nvSpPr>
        <p:spPr>
          <a:xfrm>
            <a:off x="2184783" y="1708544"/>
            <a:ext cx="1331623" cy="18359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600"/>
              <a:buFont typeface="Arial"/>
              <a:buNone/>
              <a:defRPr sz="16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0" name="Google Shape;310;p38"/>
          <p:cNvSpPr txBox="1">
            <a:spLocks noGrp="1"/>
          </p:cNvSpPr>
          <p:nvPr>
            <p:ph type="body" idx="4"/>
          </p:nvPr>
        </p:nvSpPr>
        <p:spPr>
          <a:xfrm>
            <a:off x="1648313" y="2160534"/>
            <a:ext cx="1331623" cy="14816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chemeClr val="dk1"/>
              </a:buClr>
              <a:buSzPts val="1000"/>
              <a:buFont typeface="Arial"/>
              <a:buNone/>
              <a:defRPr sz="1000" b="1"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1" name="Google Shape;311;p38"/>
          <p:cNvSpPr txBox="1">
            <a:spLocks noGrp="1"/>
          </p:cNvSpPr>
          <p:nvPr>
            <p:ph type="body" idx="5"/>
          </p:nvPr>
        </p:nvSpPr>
        <p:spPr>
          <a:xfrm>
            <a:off x="1648313" y="2340163"/>
            <a:ext cx="1331623" cy="17697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2" name="Google Shape;312;p38"/>
          <p:cNvSpPr txBox="1">
            <a:spLocks noGrp="1"/>
          </p:cNvSpPr>
          <p:nvPr>
            <p:ph type="body" idx="6"/>
          </p:nvPr>
        </p:nvSpPr>
        <p:spPr>
          <a:xfrm>
            <a:off x="1648313" y="2552202"/>
            <a:ext cx="1331623" cy="18359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600"/>
              <a:buFont typeface="Arial"/>
              <a:buNone/>
              <a:defRPr sz="16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3" name="Google Shape;313;p38"/>
          <p:cNvSpPr txBox="1">
            <a:spLocks noGrp="1"/>
          </p:cNvSpPr>
          <p:nvPr>
            <p:ph type="body" idx="7"/>
          </p:nvPr>
        </p:nvSpPr>
        <p:spPr>
          <a:xfrm>
            <a:off x="1670695" y="3113991"/>
            <a:ext cx="1331623" cy="14816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000"/>
              <a:buFont typeface="Arial"/>
              <a:buNone/>
              <a:defRPr sz="10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4" name="Google Shape;314;p38"/>
          <p:cNvSpPr txBox="1">
            <a:spLocks noGrp="1"/>
          </p:cNvSpPr>
          <p:nvPr>
            <p:ph type="body" idx="8"/>
          </p:nvPr>
        </p:nvSpPr>
        <p:spPr>
          <a:xfrm>
            <a:off x="1670695" y="3293620"/>
            <a:ext cx="1331623" cy="17697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5" name="Google Shape;315;p38"/>
          <p:cNvSpPr txBox="1">
            <a:spLocks noGrp="1"/>
          </p:cNvSpPr>
          <p:nvPr>
            <p:ph type="body" idx="9"/>
          </p:nvPr>
        </p:nvSpPr>
        <p:spPr>
          <a:xfrm>
            <a:off x="1670695" y="3505659"/>
            <a:ext cx="1331623" cy="18359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600"/>
              <a:buFont typeface="Arial"/>
              <a:buNone/>
              <a:defRPr sz="16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6" name="Google Shape;316;p38"/>
          <p:cNvSpPr txBox="1">
            <a:spLocks noGrp="1"/>
          </p:cNvSpPr>
          <p:nvPr>
            <p:ph type="body" idx="13"/>
          </p:nvPr>
        </p:nvSpPr>
        <p:spPr>
          <a:xfrm>
            <a:off x="2154251" y="3833167"/>
            <a:ext cx="1331623" cy="14816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F1333F"/>
              </a:buClr>
              <a:buSzPts val="1000"/>
              <a:buFont typeface="Arial"/>
              <a:buNone/>
              <a:defRPr sz="1000" b="1" i="0" u="none" strike="noStrike" cap="none">
                <a:solidFill>
                  <a:srgbClr val="F1333F"/>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7" name="Google Shape;317;p38"/>
          <p:cNvSpPr txBox="1">
            <a:spLocks noGrp="1"/>
          </p:cNvSpPr>
          <p:nvPr>
            <p:ph type="body" idx="14"/>
          </p:nvPr>
        </p:nvSpPr>
        <p:spPr>
          <a:xfrm>
            <a:off x="2154251" y="4012796"/>
            <a:ext cx="1331623" cy="17697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8" name="Google Shape;318;p38"/>
          <p:cNvSpPr txBox="1">
            <a:spLocks noGrp="1"/>
          </p:cNvSpPr>
          <p:nvPr>
            <p:ph type="body" idx="15"/>
          </p:nvPr>
        </p:nvSpPr>
        <p:spPr>
          <a:xfrm>
            <a:off x="2154251" y="4224835"/>
            <a:ext cx="1331623" cy="18359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600"/>
              <a:buFont typeface="Arial"/>
              <a:buNone/>
              <a:defRPr sz="16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9" name="Google Shape;319;p38"/>
          <p:cNvSpPr txBox="1">
            <a:spLocks noGrp="1"/>
          </p:cNvSpPr>
          <p:nvPr>
            <p:ph type="body" idx="16"/>
          </p:nvPr>
        </p:nvSpPr>
        <p:spPr>
          <a:xfrm>
            <a:off x="5711844" y="1274684"/>
            <a:ext cx="1331623" cy="14816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F1333F"/>
              </a:buClr>
              <a:buSzPts val="1000"/>
              <a:buFont typeface="Arial"/>
              <a:buNone/>
              <a:defRPr sz="1000" b="1" i="0" u="none" strike="noStrike" cap="none">
                <a:solidFill>
                  <a:srgbClr val="F1333F"/>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0" name="Google Shape;320;p38"/>
          <p:cNvSpPr txBox="1">
            <a:spLocks noGrp="1"/>
          </p:cNvSpPr>
          <p:nvPr>
            <p:ph type="body" idx="17"/>
          </p:nvPr>
        </p:nvSpPr>
        <p:spPr>
          <a:xfrm>
            <a:off x="5711844" y="1454313"/>
            <a:ext cx="1331623" cy="17697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1" name="Google Shape;321;p38"/>
          <p:cNvSpPr txBox="1">
            <a:spLocks noGrp="1"/>
          </p:cNvSpPr>
          <p:nvPr>
            <p:ph type="body" idx="18"/>
          </p:nvPr>
        </p:nvSpPr>
        <p:spPr>
          <a:xfrm>
            <a:off x="5711844" y="1666352"/>
            <a:ext cx="1331623" cy="18359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600"/>
              <a:buFont typeface="Arial"/>
              <a:buNone/>
              <a:defRPr sz="16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2" name="Google Shape;322;p38"/>
          <p:cNvSpPr txBox="1">
            <a:spLocks noGrp="1"/>
          </p:cNvSpPr>
          <p:nvPr>
            <p:ph type="body" idx="19"/>
          </p:nvPr>
        </p:nvSpPr>
        <p:spPr>
          <a:xfrm>
            <a:off x="6247590" y="2081713"/>
            <a:ext cx="1331623" cy="14816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000"/>
              <a:buFont typeface="Arial"/>
              <a:buNone/>
              <a:defRPr sz="10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3" name="Google Shape;323;p38"/>
          <p:cNvSpPr txBox="1">
            <a:spLocks noGrp="1"/>
          </p:cNvSpPr>
          <p:nvPr>
            <p:ph type="body" idx="20"/>
          </p:nvPr>
        </p:nvSpPr>
        <p:spPr>
          <a:xfrm>
            <a:off x="6247590" y="2261342"/>
            <a:ext cx="1331623" cy="17697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4" name="Google Shape;324;p38"/>
          <p:cNvSpPr txBox="1">
            <a:spLocks noGrp="1"/>
          </p:cNvSpPr>
          <p:nvPr>
            <p:ph type="body" idx="21"/>
          </p:nvPr>
        </p:nvSpPr>
        <p:spPr>
          <a:xfrm>
            <a:off x="6247590" y="2473381"/>
            <a:ext cx="1331623" cy="18359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600"/>
              <a:buFont typeface="Arial"/>
              <a:buNone/>
              <a:defRPr sz="16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5" name="Google Shape;325;p38"/>
          <p:cNvSpPr txBox="1">
            <a:spLocks noGrp="1"/>
          </p:cNvSpPr>
          <p:nvPr>
            <p:ph type="body" idx="22"/>
          </p:nvPr>
        </p:nvSpPr>
        <p:spPr>
          <a:xfrm>
            <a:off x="6247590" y="3009669"/>
            <a:ext cx="1331623" cy="14816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F1333F"/>
              </a:buClr>
              <a:buSzPts val="1000"/>
              <a:buFont typeface="Arial"/>
              <a:buNone/>
              <a:defRPr sz="1000" b="1" i="0" u="none" strike="noStrike" cap="none">
                <a:solidFill>
                  <a:srgbClr val="F1333F"/>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6" name="Google Shape;326;p38"/>
          <p:cNvSpPr txBox="1">
            <a:spLocks noGrp="1"/>
          </p:cNvSpPr>
          <p:nvPr>
            <p:ph type="body" idx="23"/>
          </p:nvPr>
        </p:nvSpPr>
        <p:spPr>
          <a:xfrm>
            <a:off x="6247590" y="3189298"/>
            <a:ext cx="1331623" cy="17697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7" name="Google Shape;327;p38"/>
          <p:cNvSpPr txBox="1">
            <a:spLocks noGrp="1"/>
          </p:cNvSpPr>
          <p:nvPr>
            <p:ph type="body" idx="24"/>
          </p:nvPr>
        </p:nvSpPr>
        <p:spPr>
          <a:xfrm>
            <a:off x="6247590" y="3401337"/>
            <a:ext cx="1331623" cy="18359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600"/>
              <a:buFont typeface="Arial"/>
              <a:buNone/>
              <a:defRPr sz="16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8" name="Google Shape;328;p38"/>
          <p:cNvSpPr txBox="1">
            <a:spLocks noGrp="1"/>
          </p:cNvSpPr>
          <p:nvPr>
            <p:ph type="body" idx="25"/>
          </p:nvPr>
        </p:nvSpPr>
        <p:spPr>
          <a:xfrm>
            <a:off x="5911033" y="3827718"/>
            <a:ext cx="1331623" cy="14816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000"/>
              <a:buFont typeface="Arial"/>
              <a:buNone/>
              <a:defRPr sz="10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9" name="Google Shape;329;p38"/>
          <p:cNvSpPr txBox="1">
            <a:spLocks noGrp="1"/>
          </p:cNvSpPr>
          <p:nvPr>
            <p:ph type="body" idx="26"/>
          </p:nvPr>
        </p:nvSpPr>
        <p:spPr>
          <a:xfrm>
            <a:off x="5911033" y="4007347"/>
            <a:ext cx="1331623" cy="17697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chemeClr val="dk1"/>
              </a:buClr>
              <a:buSzPts val="800"/>
              <a:buFont typeface="Arial"/>
              <a:buNone/>
              <a:defRPr sz="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30" name="Google Shape;330;p38"/>
          <p:cNvSpPr txBox="1">
            <a:spLocks noGrp="1"/>
          </p:cNvSpPr>
          <p:nvPr>
            <p:ph type="body" idx="27"/>
          </p:nvPr>
        </p:nvSpPr>
        <p:spPr>
          <a:xfrm>
            <a:off x="5911033" y="4219386"/>
            <a:ext cx="1331623" cy="18359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50"/>
              </a:spcBef>
              <a:spcAft>
                <a:spcPts val="0"/>
              </a:spcAft>
              <a:buClr>
                <a:srgbClr val="989898"/>
              </a:buClr>
              <a:buSzPts val="1600"/>
              <a:buFont typeface="Arial"/>
              <a:buNone/>
              <a:defRPr sz="16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grpSp>
        <p:nvGrpSpPr>
          <p:cNvPr id="331" name="Google Shape;331;p38"/>
          <p:cNvGrpSpPr/>
          <p:nvPr/>
        </p:nvGrpSpPr>
        <p:grpSpPr>
          <a:xfrm>
            <a:off x="3064089" y="1322496"/>
            <a:ext cx="3130304" cy="3130304"/>
            <a:chOff x="1725851" y="197234"/>
            <a:chExt cx="4799362" cy="4799363"/>
          </a:xfrm>
        </p:grpSpPr>
        <p:sp>
          <p:nvSpPr>
            <p:cNvPr id="332" name="Google Shape;332;p38"/>
            <p:cNvSpPr/>
            <p:nvPr/>
          </p:nvSpPr>
          <p:spPr>
            <a:xfrm>
              <a:off x="2160294" y="631678"/>
              <a:ext cx="3930473" cy="3930474"/>
            </a:xfrm>
            <a:prstGeom prst="blockArc">
              <a:avLst>
                <a:gd name="adj1" fmla="val 13500000"/>
                <a:gd name="adj2" fmla="val 16200000"/>
                <a:gd name="adj3" fmla="val 3430"/>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p38"/>
            <p:cNvSpPr/>
            <p:nvPr/>
          </p:nvSpPr>
          <p:spPr>
            <a:xfrm>
              <a:off x="2160294" y="631678"/>
              <a:ext cx="3930473" cy="3930474"/>
            </a:xfrm>
            <a:prstGeom prst="blockArc">
              <a:avLst>
                <a:gd name="adj1" fmla="val 10800000"/>
                <a:gd name="adj2" fmla="val 13500000"/>
                <a:gd name="adj3" fmla="val 3430"/>
              </a:avLst>
            </a:prstGeom>
            <a:solidFill>
              <a:srgbClr val="9D9D9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p38"/>
            <p:cNvSpPr/>
            <p:nvPr/>
          </p:nvSpPr>
          <p:spPr>
            <a:xfrm>
              <a:off x="2160294" y="631678"/>
              <a:ext cx="3930473" cy="3930474"/>
            </a:xfrm>
            <a:prstGeom prst="blockArc">
              <a:avLst>
                <a:gd name="adj1" fmla="val 8100000"/>
                <a:gd name="adj2" fmla="val 10800000"/>
                <a:gd name="adj3" fmla="val 3430"/>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38"/>
            <p:cNvSpPr/>
            <p:nvPr/>
          </p:nvSpPr>
          <p:spPr>
            <a:xfrm>
              <a:off x="2160294" y="631678"/>
              <a:ext cx="3930473" cy="3930474"/>
            </a:xfrm>
            <a:prstGeom prst="blockArc">
              <a:avLst>
                <a:gd name="adj1" fmla="val 5400000"/>
                <a:gd name="adj2" fmla="val 8100000"/>
                <a:gd name="adj3" fmla="val 3430"/>
              </a:avLst>
            </a:prstGeom>
            <a:solidFill>
              <a:srgbClr val="B4B4B4"/>
            </a:solidFill>
            <a:ln w="9525" cap="flat" cmpd="sng">
              <a:solidFill>
                <a:srgbClr val="A8A8A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6" name="Google Shape;336;p38"/>
            <p:cNvSpPr/>
            <p:nvPr/>
          </p:nvSpPr>
          <p:spPr>
            <a:xfrm>
              <a:off x="2160294" y="631678"/>
              <a:ext cx="3930473" cy="3930474"/>
            </a:xfrm>
            <a:prstGeom prst="blockArc">
              <a:avLst>
                <a:gd name="adj1" fmla="val 2700000"/>
                <a:gd name="adj2" fmla="val 5400000"/>
                <a:gd name="adj3" fmla="val 3430"/>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p38"/>
            <p:cNvSpPr/>
            <p:nvPr/>
          </p:nvSpPr>
          <p:spPr>
            <a:xfrm>
              <a:off x="2160294" y="631678"/>
              <a:ext cx="3930473" cy="3930474"/>
            </a:xfrm>
            <a:prstGeom prst="blockArc">
              <a:avLst>
                <a:gd name="adj1" fmla="val 0"/>
                <a:gd name="adj2" fmla="val 2700000"/>
                <a:gd name="adj3" fmla="val 3430"/>
              </a:avLst>
            </a:prstGeom>
            <a:solidFill>
              <a:srgbClr val="F6323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38"/>
            <p:cNvSpPr/>
            <p:nvPr/>
          </p:nvSpPr>
          <p:spPr>
            <a:xfrm>
              <a:off x="2160294" y="631678"/>
              <a:ext cx="3930473" cy="3930474"/>
            </a:xfrm>
            <a:prstGeom prst="blockArc">
              <a:avLst>
                <a:gd name="adj1" fmla="val 18900000"/>
                <a:gd name="adj2" fmla="val 0"/>
                <a:gd name="adj3" fmla="val 3430"/>
              </a:avLst>
            </a:prstGeom>
            <a:solidFill>
              <a:srgbClr val="CCC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p38"/>
            <p:cNvSpPr/>
            <p:nvPr/>
          </p:nvSpPr>
          <p:spPr>
            <a:xfrm>
              <a:off x="2160294" y="631678"/>
              <a:ext cx="3930473" cy="3930474"/>
            </a:xfrm>
            <a:prstGeom prst="blockArc">
              <a:avLst>
                <a:gd name="adj1" fmla="val 16200000"/>
                <a:gd name="adj2" fmla="val 18900000"/>
                <a:gd name="adj3" fmla="val 3430"/>
              </a:avLst>
            </a:prstGeom>
            <a:solidFill>
              <a:srgbClr val="F6323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38"/>
            <p:cNvSpPr/>
            <p:nvPr/>
          </p:nvSpPr>
          <p:spPr>
            <a:xfrm>
              <a:off x="3128723" y="1600108"/>
              <a:ext cx="1993614" cy="1993614"/>
            </a:xfrm>
            <a:custGeom>
              <a:avLst/>
              <a:gdLst/>
              <a:ahLst/>
              <a:cxnLst/>
              <a:rect l="l" t="t" r="r" b="b"/>
              <a:pathLst>
                <a:path w="1993614" h="1993614" extrusionOk="0">
                  <a:moveTo>
                    <a:pt x="0" y="996807"/>
                  </a:moveTo>
                  <a:cubicBezTo>
                    <a:pt x="0" y="446286"/>
                    <a:pt x="446286" y="0"/>
                    <a:pt x="996807" y="0"/>
                  </a:cubicBezTo>
                  <a:cubicBezTo>
                    <a:pt x="1547328" y="0"/>
                    <a:pt x="1993614" y="446286"/>
                    <a:pt x="1993614" y="996807"/>
                  </a:cubicBezTo>
                  <a:cubicBezTo>
                    <a:pt x="1993614" y="1547328"/>
                    <a:pt x="1547328" y="1993614"/>
                    <a:pt x="996807" y="1993614"/>
                  </a:cubicBezTo>
                  <a:cubicBezTo>
                    <a:pt x="446286" y="1993614"/>
                    <a:pt x="0" y="1547328"/>
                    <a:pt x="0" y="996807"/>
                  </a:cubicBezTo>
                  <a:close/>
                </a:path>
              </a:pathLst>
            </a:custGeom>
            <a:noFill/>
            <a:ln w="50800" cap="flat" cmpd="sng">
              <a:solidFill>
                <a:srgbClr val="4C4C4C"/>
              </a:solidFill>
              <a:prstDash val="solid"/>
              <a:miter lim="800000"/>
              <a:headEnd type="none" w="sm" len="sm"/>
              <a:tailEnd type="none" w="sm" len="sm"/>
            </a:ln>
            <a:effectLst>
              <a:outerShdw blurRad="50800" dist="38100" dir="8100000" algn="tr" rotWithShape="0">
                <a:srgbClr val="000000">
                  <a:alpha val="40000"/>
                </a:srgbClr>
              </a:outerShdw>
            </a:effectLst>
          </p:spPr>
          <p:txBody>
            <a:bodyPr spcFirstLastPara="1" wrap="square" lIns="307175" tIns="307175" rIns="307175" bIns="307175" anchor="ctr" anchorCtr="0">
              <a:noAutofit/>
            </a:bodyPr>
            <a:lstStyle/>
            <a:p>
              <a:pPr marL="0" marR="0" lvl="0" indent="0" algn="ctr" rtl="0">
                <a:lnSpc>
                  <a:spcPct val="90000"/>
                </a:lnSpc>
                <a:spcBef>
                  <a:spcPts val="0"/>
                </a:spcBef>
                <a:spcAft>
                  <a:spcPts val="0"/>
                </a:spcAft>
                <a:buClr>
                  <a:srgbClr val="000000"/>
                </a:buClr>
                <a:buSzPts val="1200"/>
                <a:buFont typeface="Arial"/>
                <a:buNone/>
              </a:pPr>
              <a:endParaRPr sz="1200" b="0" i="0" u="none" strike="noStrike" cap="none">
                <a:solidFill>
                  <a:srgbClr val="4C4C4C"/>
                </a:solidFill>
                <a:latin typeface="Roboto"/>
                <a:ea typeface="Roboto"/>
                <a:cs typeface="Roboto"/>
                <a:sym typeface="Roboto"/>
              </a:endParaRPr>
            </a:p>
          </p:txBody>
        </p:sp>
        <p:sp>
          <p:nvSpPr>
            <p:cNvPr id="341" name="Google Shape;341;p38"/>
            <p:cNvSpPr/>
            <p:nvPr/>
          </p:nvSpPr>
          <p:spPr>
            <a:xfrm>
              <a:off x="3657379" y="197234"/>
              <a:ext cx="936302" cy="936302"/>
            </a:xfrm>
            <a:custGeom>
              <a:avLst/>
              <a:gdLst/>
              <a:ahLst/>
              <a:cxnLst/>
              <a:rect l="l" t="t" r="r" b="b"/>
              <a:pathLst>
                <a:path w="936302" h="936302" extrusionOk="0">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w="57150" cap="flat" cmpd="sng">
              <a:solidFill>
                <a:srgbClr val="F6323E"/>
              </a:solidFill>
              <a:prstDash val="solid"/>
              <a:miter lim="800000"/>
              <a:headEnd type="none" w="sm" len="sm"/>
              <a:tailEnd type="none" w="sm" len="sm"/>
            </a:ln>
          </p:spPr>
          <p:txBody>
            <a:bodyPr spcFirstLastPara="1" wrap="square" lIns="163775" tIns="163775" rIns="163775" bIns="163775" anchor="ctr" anchorCtr="0">
              <a:noAutofit/>
            </a:bodyPr>
            <a:lstStyle/>
            <a:p>
              <a:pPr marL="0" marR="0" lvl="0" indent="0" algn="ctr" rtl="0">
                <a:lnSpc>
                  <a:spcPct val="90000"/>
                </a:lnSpc>
                <a:spcBef>
                  <a:spcPts val="0"/>
                </a:spcBef>
                <a:spcAft>
                  <a:spcPts val="0"/>
                </a:spcAft>
                <a:buClr>
                  <a:srgbClr val="000000"/>
                </a:buClr>
                <a:buSzPts val="2100"/>
                <a:buFont typeface="Arial"/>
                <a:buNone/>
              </a:pPr>
              <a:endParaRPr sz="2100" b="0" i="0" u="none" strike="noStrike" cap="none">
                <a:solidFill>
                  <a:schemeClr val="lt1"/>
                </a:solidFill>
                <a:latin typeface="Calibri"/>
                <a:ea typeface="Calibri"/>
                <a:cs typeface="Calibri"/>
                <a:sym typeface="Calibri"/>
              </a:endParaRPr>
            </a:p>
          </p:txBody>
        </p:sp>
        <p:sp>
          <p:nvSpPr>
            <p:cNvPr id="342" name="Google Shape;342;p38"/>
            <p:cNvSpPr/>
            <p:nvPr/>
          </p:nvSpPr>
          <p:spPr>
            <a:xfrm>
              <a:off x="5023178" y="762966"/>
              <a:ext cx="936302" cy="936302"/>
            </a:xfrm>
            <a:custGeom>
              <a:avLst/>
              <a:gdLst/>
              <a:ahLst/>
              <a:cxnLst/>
              <a:rect l="l" t="t" r="r" b="b"/>
              <a:pathLst>
                <a:path w="936302" h="936302" extrusionOk="0">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w="57150" cap="flat" cmpd="sng">
              <a:solidFill>
                <a:srgbClr val="CCCCCC"/>
              </a:solidFill>
              <a:prstDash val="solid"/>
              <a:miter lim="800000"/>
              <a:headEnd type="none" w="sm" len="sm"/>
              <a:tailEnd type="none" w="sm" len="sm"/>
            </a:ln>
          </p:spPr>
          <p:txBody>
            <a:bodyPr spcFirstLastPara="1" wrap="square" lIns="163775" tIns="163775" rIns="163775" bIns="163775" anchor="ctr" anchorCtr="0">
              <a:noAutofit/>
            </a:bodyPr>
            <a:lstStyle/>
            <a:p>
              <a:pPr marL="0" marR="0" lvl="0" indent="0" algn="ctr" rtl="0">
                <a:lnSpc>
                  <a:spcPct val="90000"/>
                </a:lnSpc>
                <a:spcBef>
                  <a:spcPts val="0"/>
                </a:spcBef>
                <a:spcAft>
                  <a:spcPts val="0"/>
                </a:spcAft>
                <a:buClr>
                  <a:srgbClr val="000000"/>
                </a:buClr>
                <a:buSzPts val="2100"/>
                <a:buFont typeface="Arial"/>
                <a:buNone/>
              </a:pPr>
              <a:endParaRPr sz="2100" b="0" i="0" u="none" strike="noStrike" cap="none">
                <a:solidFill>
                  <a:schemeClr val="lt1"/>
                </a:solidFill>
                <a:latin typeface="Calibri"/>
                <a:ea typeface="Calibri"/>
                <a:cs typeface="Calibri"/>
                <a:sym typeface="Calibri"/>
              </a:endParaRPr>
            </a:p>
          </p:txBody>
        </p:sp>
        <p:sp>
          <p:nvSpPr>
            <p:cNvPr id="343" name="Google Shape;343;p38"/>
            <p:cNvSpPr/>
            <p:nvPr/>
          </p:nvSpPr>
          <p:spPr>
            <a:xfrm>
              <a:off x="5588911" y="2128764"/>
              <a:ext cx="936302" cy="936302"/>
            </a:xfrm>
            <a:custGeom>
              <a:avLst/>
              <a:gdLst/>
              <a:ahLst/>
              <a:cxnLst/>
              <a:rect l="l" t="t" r="r" b="b"/>
              <a:pathLst>
                <a:path w="936302" h="936302" extrusionOk="0">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w="57150" cap="flat" cmpd="sng">
              <a:solidFill>
                <a:srgbClr val="F6323E"/>
              </a:solidFill>
              <a:prstDash val="solid"/>
              <a:miter lim="800000"/>
              <a:headEnd type="none" w="sm" len="sm"/>
              <a:tailEnd type="none" w="sm" len="sm"/>
            </a:ln>
          </p:spPr>
          <p:txBody>
            <a:bodyPr spcFirstLastPara="1" wrap="square" lIns="163775" tIns="163775" rIns="163775" bIns="163775" anchor="ctr" anchorCtr="0">
              <a:noAutofit/>
            </a:bodyPr>
            <a:lstStyle/>
            <a:p>
              <a:pPr marL="0" marR="0" lvl="0" indent="0" algn="ctr" rtl="0">
                <a:lnSpc>
                  <a:spcPct val="90000"/>
                </a:lnSpc>
                <a:spcBef>
                  <a:spcPts val="0"/>
                </a:spcBef>
                <a:spcAft>
                  <a:spcPts val="0"/>
                </a:spcAft>
                <a:buClr>
                  <a:srgbClr val="000000"/>
                </a:buClr>
                <a:buSzPts val="2100"/>
                <a:buFont typeface="Arial"/>
                <a:buNone/>
              </a:pPr>
              <a:endParaRPr sz="2100" b="0" i="0" u="none" strike="noStrike" cap="none">
                <a:solidFill>
                  <a:schemeClr val="lt1"/>
                </a:solidFill>
                <a:latin typeface="Calibri"/>
                <a:ea typeface="Calibri"/>
                <a:cs typeface="Calibri"/>
                <a:sym typeface="Calibri"/>
              </a:endParaRPr>
            </a:p>
          </p:txBody>
        </p:sp>
        <p:sp>
          <p:nvSpPr>
            <p:cNvPr id="344" name="Google Shape;344;p38"/>
            <p:cNvSpPr/>
            <p:nvPr/>
          </p:nvSpPr>
          <p:spPr>
            <a:xfrm>
              <a:off x="5023177" y="3494562"/>
              <a:ext cx="936302" cy="936302"/>
            </a:xfrm>
            <a:custGeom>
              <a:avLst/>
              <a:gdLst/>
              <a:ahLst/>
              <a:cxnLst/>
              <a:rect l="l" t="t" r="r" b="b"/>
              <a:pathLst>
                <a:path w="936302" h="936302" extrusionOk="0">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w="57150" cap="flat" cmpd="sng">
              <a:solidFill>
                <a:srgbClr val="9D9D9D"/>
              </a:solidFill>
              <a:prstDash val="solid"/>
              <a:miter lim="800000"/>
              <a:headEnd type="none" w="sm" len="sm"/>
              <a:tailEnd type="none" w="sm" len="sm"/>
            </a:ln>
          </p:spPr>
          <p:txBody>
            <a:bodyPr spcFirstLastPara="1" wrap="square" lIns="163775" tIns="163775" rIns="163775" bIns="163775" anchor="ctr" anchorCtr="0">
              <a:noAutofit/>
            </a:bodyPr>
            <a:lstStyle/>
            <a:p>
              <a:pPr marL="0" marR="0" lvl="0" indent="0" algn="ctr" rtl="0">
                <a:lnSpc>
                  <a:spcPct val="90000"/>
                </a:lnSpc>
                <a:spcBef>
                  <a:spcPts val="0"/>
                </a:spcBef>
                <a:spcAft>
                  <a:spcPts val="0"/>
                </a:spcAft>
                <a:buClr>
                  <a:srgbClr val="000000"/>
                </a:buClr>
                <a:buSzPts val="2100"/>
                <a:buFont typeface="Arial"/>
                <a:buNone/>
              </a:pPr>
              <a:endParaRPr sz="2100" b="0" i="0" u="none" strike="noStrike" cap="none">
                <a:solidFill>
                  <a:schemeClr val="lt1"/>
                </a:solidFill>
                <a:latin typeface="Calibri"/>
                <a:ea typeface="Calibri"/>
                <a:cs typeface="Calibri"/>
                <a:sym typeface="Calibri"/>
              </a:endParaRPr>
            </a:p>
          </p:txBody>
        </p:sp>
        <p:sp>
          <p:nvSpPr>
            <p:cNvPr id="345" name="Google Shape;345;p38"/>
            <p:cNvSpPr/>
            <p:nvPr/>
          </p:nvSpPr>
          <p:spPr>
            <a:xfrm>
              <a:off x="3657379" y="4060295"/>
              <a:ext cx="936302" cy="936302"/>
            </a:xfrm>
            <a:custGeom>
              <a:avLst/>
              <a:gdLst/>
              <a:ahLst/>
              <a:cxnLst/>
              <a:rect l="l" t="t" r="r" b="b"/>
              <a:pathLst>
                <a:path w="936302" h="936302" extrusionOk="0">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w="57150" cap="flat" cmpd="sng">
              <a:solidFill>
                <a:srgbClr val="F6323E"/>
              </a:solidFill>
              <a:prstDash val="solid"/>
              <a:miter lim="800000"/>
              <a:headEnd type="none" w="sm" len="sm"/>
              <a:tailEnd type="none" w="sm" len="sm"/>
            </a:ln>
          </p:spPr>
          <p:txBody>
            <a:bodyPr spcFirstLastPara="1" wrap="square" lIns="187900" tIns="187900" rIns="187900" bIns="187900" anchor="ctr" anchorCtr="0">
              <a:noAutofit/>
            </a:bodyPr>
            <a:lstStyle/>
            <a:p>
              <a:pPr marL="0" marR="0" lvl="0" indent="0" algn="ctr" rtl="0">
                <a:lnSpc>
                  <a:spcPct val="90000"/>
                </a:lnSpc>
                <a:spcBef>
                  <a:spcPts val="0"/>
                </a:spcBef>
                <a:spcAft>
                  <a:spcPts val="0"/>
                </a:spcAft>
                <a:buClr>
                  <a:srgbClr val="000000"/>
                </a:buClr>
                <a:buSzPts val="4000"/>
                <a:buFont typeface="Arial"/>
                <a:buNone/>
              </a:pPr>
              <a:endParaRPr sz="4000" b="0" i="0" u="none" strike="noStrike" cap="none">
                <a:solidFill>
                  <a:schemeClr val="lt1"/>
                </a:solidFill>
                <a:latin typeface="Calibri"/>
                <a:ea typeface="Calibri"/>
                <a:cs typeface="Calibri"/>
                <a:sym typeface="Calibri"/>
              </a:endParaRPr>
            </a:p>
          </p:txBody>
        </p:sp>
        <p:sp>
          <p:nvSpPr>
            <p:cNvPr id="346" name="Google Shape;346;p38"/>
            <p:cNvSpPr/>
            <p:nvPr/>
          </p:nvSpPr>
          <p:spPr>
            <a:xfrm>
              <a:off x="2291582" y="3494564"/>
              <a:ext cx="936302" cy="936302"/>
            </a:xfrm>
            <a:custGeom>
              <a:avLst/>
              <a:gdLst/>
              <a:ahLst/>
              <a:cxnLst/>
              <a:rect l="l" t="t" r="r" b="b"/>
              <a:pathLst>
                <a:path w="936302" h="936302" extrusionOk="0">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w="57150" cap="flat" cmpd="sng">
              <a:solidFill>
                <a:srgbClr val="A8A8A8"/>
              </a:solidFill>
              <a:prstDash val="solid"/>
              <a:miter lim="800000"/>
              <a:headEnd type="none" w="sm" len="sm"/>
              <a:tailEnd type="none" w="sm" len="sm"/>
            </a:ln>
          </p:spPr>
          <p:txBody>
            <a:bodyPr spcFirstLastPara="1" wrap="square" lIns="187900" tIns="187900" rIns="187900" bIns="187900" anchor="ctr" anchorCtr="0">
              <a:noAutofit/>
            </a:bodyPr>
            <a:lstStyle/>
            <a:p>
              <a:pPr marL="0" marR="0" lvl="0" indent="0" algn="ctr" rtl="0">
                <a:lnSpc>
                  <a:spcPct val="90000"/>
                </a:lnSpc>
                <a:spcBef>
                  <a:spcPts val="0"/>
                </a:spcBef>
                <a:spcAft>
                  <a:spcPts val="0"/>
                </a:spcAft>
                <a:buClr>
                  <a:srgbClr val="000000"/>
                </a:buClr>
                <a:buSzPts val="4000"/>
                <a:buFont typeface="Arial"/>
                <a:buNone/>
              </a:pPr>
              <a:endParaRPr sz="4000" b="0" i="0" u="none" strike="noStrike" cap="none">
                <a:solidFill>
                  <a:schemeClr val="lt1"/>
                </a:solidFill>
                <a:latin typeface="Calibri"/>
                <a:ea typeface="Calibri"/>
                <a:cs typeface="Calibri"/>
                <a:sym typeface="Calibri"/>
              </a:endParaRPr>
            </a:p>
          </p:txBody>
        </p:sp>
        <p:sp>
          <p:nvSpPr>
            <p:cNvPr id="347" name="Google Shape;347;p38"/>
            <p:cNvSpPr/>
            <p:nvPr/>
          </p:nvSpPr>
          <p:spPr>
            <a:xfrm>
              <a:off x="1725851" y="2128764"/>
              <a:ext cx="936302" cy="936302"/>
            </a:xfrm>
            <a:custGeom>
              <a:avLst/>
              <a:gdLst/>
              <a:ahLst/>
              <a:cxnLst/>
              <a:rect l="l" t="t" r="r" b="b"/>
              <a:pathLst>
                <a:path w="936302" h="936302" extrusionOk="0">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w="57150" cap="flat" cmpd="sng">
              <a:solidFill>
                <a:schemeClr val="dk1"/>
              </a:solidFill>
              <a:prstDash val="solid"/>
              <a:miter lim="800000"/>
              <a:headEnd type="none" w="sm" len="sm"/>
              <a:tailEnd type="none" w="sm" len="sm"/>
            </a:ln>
          </p:spPr>
          <p:txBody>
            <a:bodyPr spcFirstLastPara="1" wrap="square" lIns="187900" tIns="187900" rIns="187900" bIns="187900" anchor="ctr" anchorCtr="0">
              <a:noAutofit/>
            </a:bodyPr>
            <a:lstStyle/>
            <a:p>
              <a:pPr marL="0" marR="0" lvl="0" indent="0" algn="ctr" rtl="0">
                <a:lnSpc>
                  <a:spcPct val="90000"/>
                </a:lnSpc>
                <a:spcBef>
                  <a:spcPts val="0"/>
                </a:spcBef>
                <a:spcAft>
                  <a:spcPts val="0"/>
                </a:spcAft>
                <a:buClr>
                  <a:srgbClr val="000000"/>
                </a:buClr>
                <a:buSzPts val="4000"/>
                <a:buFont typeface="Arial"/>
                <a:buNone/>
              </a:pPr>
              <a:endParaRPr sz="4000" b="0" i="0" u="none" strike="noStrike" cap="none">
                <a:solidFill>
                  <a:schemeClr val="lt1"/>
                </a:solidFill>
                <a:latin typeface="Calibri"/>
                <a:ea typeface="Calibri"/>
                <a:cs typeface="Calibri"/>
                <a:sym typeface="Calibri"/>
              </a:endParaRPr>
            </a:p>
          </p:txBody>
        </p:sp>
        <p:sp>
          <p:nvSpPr>
            <p:cNvPr id="348" name="Google Shape;348;p38"/>
            <p:cNvSpPr/>
            <p:nvPr/>
          </p:nvSpPr>
          <p:spPr>
            <a:xfrm>
              <a:off x="2291581" y="762965"/>
              <a:ext cx="936302" cy="936302"/>
            </a:xfrm>
            <a:custGeom>
              <a:avLst/>
              <a:gdLst/>
              <a:ahLst/>
              <a:cxnLst/>
              <a:rect l="l" t="t" r="r" b="b"/>
              <a:pathLst>
                <a:path w="936302" h="936302" extrusionOk="0">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w="57150" cap="flat" cmpd="sng">
              <a:solidFill>
                <a:srgbClr val="989898"/>
              </a:solidFill>
              <a:prstDash val="solid"/>
              <a:miter lim="800000"/>
              <a:headEnd type="none" w="sm" len="sm"/>
              <a:tailEnd type="none" w="sm" len="sm"/>
            </a:ln>
          </p:spPr>
          <p:txBody>
            <a:bodyPr spcFirstLastPara="1" wrap="square" lIns="187900" tIns="187900" rIns="187900" bIns="187900" anchor="ctr" anchorCtr="0">
              <a:noAutofit/>
            </a:bodyPr>
            <a:lstStyle/>
            <a:p>
              <a:pPr marL="0" marR="0" lvl="0" indent="0" algn="ctr" rtl="0">
                <a:lnSpc>
                  <a:spcPct val="90000"/>
                </a:lnSpc>
                <a:spcBef>
                  <a:spcPts val="0"/>
                </a:spcBef>
                <a:spcAft>
                  <a:spcPts val="0"/>
                </a:spcAft>
                <a:buClr>
                  <a:srgbClr val="000000"/>
                </a:buClr>
                <a:buSzPts val="4000"/>
                <a:buFont typeface="Arial"/>
                <a:buNone/>
              </a:pPr>
              <a:endParaRPr sz="4000" b="0" i="0" u="none" strike="noStrike" cap="none">
                <a:solidFill>
                  <a:schemeClr val="lt1"/>
                </a:solidFill>
                <a:latin typeface="Calibri"/>
                <a:ea typeface="Calibri"/>
                <a:cs typeface="Calibri"/>
                <a:sym typeface="Calibri"/>
              </a:endParaRPr>
            </a:p>
          </p:txBody>
        </p:sp>
      </p:grpSp>
      <p:pic>
        <p:nvPicPr>
          <p:cNvPr id="349" name="Google Shape;349;p38"/>
          <p:cNvPicPr preferRelativeResize="0"/>
          <p:nvPr/>
        </p:nvPicPr>
        <p:blipFill rotWithShape="1">
          <a:blip r:embed="rId2">
            <a:alphaModFix/>
          </a:blip>
          <a:srcRect/>
          <a:stretch/>
        </p:blipFill>
        <p:spPr>
          <a:xfrm>
            <a:off x="3906518" y="1572770"/>
            <a:ext cx="365816" cy="365816"/>
          </a:xfrm>
          <a:prstGeom prst="rect">
            <a:avLst/>
          </a:prstGeom>
          <a:noFill/>
          <a:ln>
            <a:noFill/>
          </a:ln>
        </p:spPr>
      </p:pic>
      <p:pic>
        <p:nvPicPr>
          <p:cNvPr id="350" name="Google Shape;350;p38"/>
          <p:cNvPicPr preferRelativeResize="0"/>
          <p:nvPr/>
        </p:nvPicPr>
        <p:blipFill rotWithShape="1">
          <a:blip r:embed="rId3">
            <a:alphaModFix/>
          </a:blip>
          <a:srcRect/>
          <a:stretch/>
        </p:blipFill>
        <p:spPr>
          <a:xfrm>
            <a:off x="4972122" y="3840710"/>
            <a:ext cx="365816" cy="365816"/>
          </a:xfrm>
          <a:prstGeom prst="rect">
            <a:avLst/>
          </a:prstGeom>
          <a:noFill/>
          <a:ln>
            <a:noFill/>
          </a:ln>
        </p:spPr>
      </p:pic>
      <p:pic>
        <p:nvPicPr>
          <p:cNvPr id="351" name="Google Shape;351;p38"/>
          <p:cNvPicPr preferRelativeResize="0"/>
          <p:nvPr/>
        </p:nvPicPr>
        <p:blipFill rotWithShape="1">
          <a:blip r:embed="rId4">
            <a:alphaModFix/>
          </a:blip>
          <a:srcRect/>
          <a:stretch/>
        </p:blipFill>
        <p:spPr>
          <a:xfrm>
            <a:off x="3285784" y="3229619"/>
            <a:ext cx="365816" cy="365816"/>
          </a:xfrm>
          <a:prstGeom prst="rect">
            <a:avLst/>
          </a:prstGeom>
          <a:noFill/>
          <a:ln>
            <a:noFill/>
          </a:ln>
        </p:spPr>
      </p:pic>
      <p:pic>
        <p:nvPicPr>
          <p:cNvPr id="352" name="Google Shape;352;p38"/>
          <p:cNvPicPr preferRelativeResize="0"/>
          <p:nvPr/>
        </p:nvPicPr>
        <p:blipFill rotWithShape="1">
          <a:blip r:embed="rId5">
            <a:alphaModFix/>
          </a:blip>
          <a:srcRect/>
          <a:stretch/>
        </p:blipFill>
        <p:spPr>
          <a:xfrm>
            <a:off x="3260129" y="2284117"/>
            <a:ext cx="365816" cy="365816"/>
          </a:xfrm>
          <a:prstGeom prst="rect">
            <a:avLst/>
          </a:prstGeom>
          <a:noFill/>
          <a:ln>
            <a:noFill/>
          </a:ln>
        </p:spPr>
      </p:pic>
      <p:pic>
        <p:nvPicPr>
          <p:cNvPr id="353" name="Google Shape;353;p38"/>
          <p:cNvPicPr preferRelativeResize="0"/>
          <p:nvPr/>
        </p:nvPicPr>
        <p:blipFill rotWithShape="1">
          <a:blip r:embed="rId6">
            <a:alphaModFix/>
          </a:blip>
          <a:srcRect/>
          <a:stretch/>
        </p:blipFill>
        <p:spPr>
          <a:xfrm>
            <a:off x="4871063" y="1518775"/>
            <a:ext cx="365816" cy="365816"/>
          </a:xfrm>
          <a:prstGeom prst="rect">
            <a:avLst/>
          </a:prstGeom>
          <a:noFill/>
          <a:ln>
            <a:noFill/>
          </a:ln>
        </p:spPr>
      </p:pic>
      <p:pic>
        <p:nvPicPr>
          <p:cNvPr id="354" name="Google Shape;354;p38"/>
          <p:cNvPicPr preferRelativeResize="0"/>
          <p:nvPr/>
        </p:nvPicPr>
        <p:blipFill rotWithShape="1">
          <a:blip r:embed="rId7">
            <a:alphaModFix/>
          </a:blip>
          <a:srcRect/>
          <a:stretch/>
        </p:blipFill>
        <p:spPr>
          <a:xfrm>
            <a:off x="5606880" y="2182634"/>
            <a:ext cx="365816" cy="365816"/>
          </a:xfrm>
          <a:prstGeom prst="rect">
            <a:avLst/>
          </a:prstGeom>
          <a:noFill/>
          <a:ln>
            <a:noFill/>
          </a:ln>
        </p:spPr>
      </p:pic>
      <p:pic>
        <p:nvPicPr>
          <p:cNvPr id="355" name="Google Shape;355;p38"/>
          <p:cNvPicPr preferRelativeResize="0"/>
          <p:nvPr/>
        </p:nvPicPr>
        <p:blipFill rotWithShape="1">
          <a:blip r:embed="rId8">
            <a:alphaModFix/>
          </a:blip>
          <a:srcRect/>
          <a:stretch/>
        </p:blipFill>
        <p:spPr>
          <a:xfrm>
            <a:off x="5641355" y="3145032"/>
            <a:ext cx="365816" cy="365816"/>
          </a:xfrm>
          <a:prstGeom prst="rect">
            <a:avLst/>
          </a:prstGeom>
          <a:noFill/>
          <a:ln>
            <a:noFill/>
          </a:ln>
        </p:spPr>
      </p:pic>
      <p:pic>
        <p:nvPicPr>
          <p:cNvPr id="356" name="Google Shape;356;p38"/>
          <p:cNvPicPr preferRelativeResize="0"/>
          <p:nvPr/>
        </p:nvPicPr>
        <p:blipFill rotWithShape="1">
          <a:blip r:embed="rId9">
            <a:alphaModFix/>
          </a:blip>
          <a:srcRect/>
          <a:stretch/>
        </p:blipFill>
        <p:spPr>
          <a:xfrm>
            <a:off x="4014639" y="3877794"/>
            <a:ext cx="365816" cy="365816"/>
          </a:xfrm>
          <a:prstGeom prst="rect">
            <a:avLst/>
          </a:prstGeom>
          <a:noFill/>
          <a:ln>
            <a:noFill/>
          </a:ln>
        </p:spPr>
      </p:pic>
      <p:sp>
        <p:nvSpPr>
          <p:cNvPr id="357" name="Google Shape;357;p38"/>
          <p:cNvSpPr txBox="1">
            <a:spLocks noGrp="1"/>
          </p:cNvSpPr>
          <p:nvPr>
            <p:ph type="body" idx="28"/>
          </p:nvPr>
        </p:nvSpPr>
        <p:spPr>
          <a:xfrm>
            <a:off x="4052675" y="2723156"/>
            <a:ext cx="1182772" cy="38664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rgbClr val="989898"/>
              </a:buClr>
              <a:buSzPts val="1100"/>
              <a:buFont typeface="Arial"/>
              <a:buNone/>
              <a:defRPr sz="1100" b="1" i="0" u="none" strike="noStrike" cap="none">
                <a:solidFill>
                  <a:srgbClr val="989898"/>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58" name="Google Shape;358;p38"/>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359" name="Google Shape;359;p38"/>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9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9_Custom Layout">
  <p:cSld name="9_Custom Layout">
    <p:spTree>
      <p:nvGrpSpPr>
        <p:cNvPr id="1" name="Shape 361"/>
        <p:cNvGrpSpPr/>
        <p:nvPr/>
      </p:nvGrpSpPr>
      <p:grpSpPr>
        <a:xfrm>
          <a:off x="0" y="0"/>
          <a:ext cx="0" cy="0"/>
          <a:chOff x="0" y="0"/>
          <a:chExt cx="0" cy="0"/>
        </a:xfrm>
      </p:grpSpPr>
      <p:sp>
        <p:nvSpPr>
          <p:cNvPr id="362" name="Google Shape;362;p3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3" name="Google Shape;363;p3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
        <p:nvSpPr>
          <p:cNvPr id="364" name="Google Shape;364;p39"/>
          <p:cNvSpPr txBox="1">
            <a:spLocks noGrp="1"/>
          </p:cNvSpPr>
          <p:nvPr>
            <p:ph type="body" idx="1"/>
          </p:nvPr>
        </p:nvSpPr>
        <p:spPr>
          <a:xfrm>
            <a:off x="630238" y="1455738"/>
            <a:ext cx="2933700" cy="306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820"/>
              <a:buFont typeface="Arial"/>
              <a:buNone/>
              <a:defRPr sz="182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65" name="Google Shape;365;p39"/>
          <p:cNvSpPr>
            <a:spLocks noGrp="1"/>
          </p:cNvSpPr>
          <p:nvPr>
            <p:ph type="chart" idx="2"/>
          </p:nvPr>
        </p:nvSpPr>
        <p:spPr>
          <a:xfrm>
            <a:off x="3676650" y="1466850"/>
            <a:ext cx="4845050" cy="3048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1100"/>
              <a:buFont typeface="Arial"/>
              <a:buNone/>
              <a:defRPr sz="1100" b="0" i="0" u="none" strike="noStrike" cap="none">
                <a:solidFill>
                  <a:schemeClr val="dk1"/>
                </a:solidFill>
                <a:latin typeface="Proxima Nova"/>
                <a:ea typeface="Proxima Nova"/>
                <a:cs typeface="Proxima Nova"/>
                <a:sym typeface="Proxima Nova"/>
              </a:defRPr>
            </a:lvl1pPr>
            <a:lvl2pPr marR="0" lvl="1"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66" name="Google Shape;366;p39"/>
          <p:cNvSpPr/>
          <p:nvPr/>
        </p:nvSpPr>
        <p:spPr>
          <a:xfrm>
            <a:off x="0" y="0"/>
            <a:ext cx="9144000" cy="636862"/>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013" b="0" i="0" u="none" strike="noStrike" cap="none">
              <a:solidFill>
                <a:schemeClr val="lt1"/>
              </a:solidFill>
              <a:latin typeface="Calibri"/>
              <a:ea typeface="Calibri"/>
              <a:cs typeface="Calibri"/>
              <a:sym typeface="Calibri"/>
            </a:endParaRPr>
          </a:p>
        </p:txBody>
      </p:sp>
      <p:sp>
        <p:nvSpPr>
          <p:cNvPr id="367" name="Google Shape;367;p39"/>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95">
          <p15:clr>
            <a:srgbClr val="FBAE40"/>
          </p15:clr>
        </p15:guide>
        <p15:guide id="2" pos="2245">
          <p15:clr>
            <a:srgbClr val="FBAE40"/>
          </p15:clr>
        </p15:guide>
        <p15:guide id="3" orient="horz" pos="917">
          <p15:clr>
            <a:srgbClr val="FBAE40"/>
          </p15:clr>
        </p15:guide>
        <p15:guide id="4" orient="horz" pos="284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630238" y="544498"/>
            <a:ext cx="6196824" cy="56992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2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398">
          <p15:clr>
            <a:srgbClr val="F26B43"/>
          </p15:clr>
        </p15:guide>
        <p15:guide id="2" orient="horz" pos="191">
          <p15:clr>
            <a:srgbClr val="F26B43"/>
          </p15:clr>
        </p15:guide>
        <p15:guide id="3" orient="horz" pos="344">
          <p15:clr>
            <a:srgbClr val="F26B43"/>
          </p15:clr>
        </p15:guide>
        <p15:guide id="4" pos="397">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1"/>
          <p:cNvSpPr txBox="1"/>
          <p:nvPr/>
        </p:nvSpPr>
        <p:spPr>
          <a:xfrm>
            <a:off x="2096836" y="1871711"/>
            <a:ext cx="6895272" cy="107178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3200"/>
              <a:buFont typeface="Proxima Nova"/>
              <a:buNone/>
            </a:pPr>
            <a:r>
              <a:rPr lang="en-US" sz="3200" b="0" i="0" u="none" strike="noStrike" cap="none" dirty="0">
                <a:solidFill>
                  <a:schemeClr val="dk1"/>
                </a:solidFill>
                <a:latin typeface="Proxima Nova"/>
                <a:ea typeface="Proxima Nova"/>
                <a:cs typeface="Proxima Nova"/>
                <a:sym typeface="Proxima Nova"/>
              </a:rPr>
              <a:t>Lending Club Case Study: </a:t>
            </a:r>
            <a:endParaRPr sz="1400" b="0" i="0" u="none" strike="noStrike" cap="none" dirty="0">
              <a:solidFill>
                <a:srgbClr val="000000"/>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3200"/>
              <a:buFont typeface="Proxima Nova"/>
              <a:buNone/>
            </a:pPr>
            <a:r>
              <a:rPr lang="en-US" sz="3200" b="0" i="0" u="none" strike="noStrike" cap="none" dirty="0">
                <a:solidFill>
                  <a:schemeClr val="dk1"/>
                </a:solidFill>
                <a:latin typeface="Proxima Nova"/>
                <a:ea typeface="Proxima Nova"/>
                <a:cs typeface="Proxima Nova"/>
                <a:sym typeface="Proxima Nova"/>
              </a:rPr>
              <a:t>Pre-Assignment Session</a:t>
            </a:r>
            <a:endParaRPr sz="3200" b="0" i="0" u="none" strike="noStrike" cap="none" dirty="0">
              <a:solidFill>
                <a:schemeClr val="dk1"/>
              </a:solidFill>
              <a:latin typeface="Proxima Nova"/>
              <a:ea typeface="Proxima Nova"/>
              <a:cs typeface="Proxima Nova"/>
              <a:sym typeface="Proxima Nova"/>
            </a:endParaRPr>
          </a:p>
        </p:txBody>
      </p:sp>
      <p:sp>
        <p:nvSpPr>
          <p:cNvPr id="377" name="Google Shape;377;p1"/>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1</a:t>
            </a:fld>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097" y="541345"/>
            <a:ext cx="1617739" cy="2614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3"/>
          <p:cNvSpPr txBox="1">
            <a:spLocks noGrp="1"/>
          </p:cNvSpPr>
          <p:nvPr>
            <p:ph type="sldNum" idx="12"/>
          </p:nvPr>
        </p:nvSpPr>
        <p:spPr>
          <a:xfrm>
            <a:off x="6467475"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latin typeface="Proxima Nova"/>
                <a:ea typeface="Proxima Nova"/>
                <a:cs typeface="Proxima Nova"/>
                <a:sym typeface="Proxima Nova"/>
              </a:rPr>
              <a:t>2</a:t>
            </a:fld>
            <a:endParaRPr sz="900">
              <a:latin typeface="Proxima Nova"/>
              <a:ea typeface="Proxima Nova"/>
              <a:cs typeface="Proxima Nova"/>
              <a:sym typeface="Proxima Nova"/>
            </a:endParaRPr>
          </a:p>
        </p:txBody>
      </p:sp>
      <p:sp>
        <p:nvSpPr>
          <p:cNvPr id="393" name="Google Shape;393;p3"/>
          <p:cNvSpPr txBox="1"/>
          <p:nvPr/>
        </p:nvSpPr>
        <p:spPr>
          <a:xfrm>
            <a:off x="2550405" y="406347"/>
            <a:ext cx="4043189"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lt1"/>
                </a:solidFill>
                <a:latin typeface="Calibri"/>
                <a:ea typeface="Calibri"/>
                <a:cs typeface="Calibri"/>
                <a:sym typeface="Calibri"/>
              </a:rPr>
              <a:t>Agenda</a:t>
            </a:r>
            <a:endParaRPr sz="1400" b="0" i="0" u="none" strike="noStrike" cap="none" dirty="0">
              <a:solidFill>
                <a:srgbClr val="000000"/>
              </a:solidFill>
              <a:latin typeface="Arial"/>
              <a:ea typeface="Arial"/>
              <a:cs typeface="Arial"/>
              <a:sym typeface="Arial"/>
            </a:endParaRPr>
          </a:p>
        </p:txBody>
      </p:sp>
      <p:sp>
        <p:nvSpPr>
          <p:cNvPr id="394" name="Google Shape;394;p3"/>
          <p:cNvSpPr/>
          <p:nvPr/>
        </p:nvSpPr>
        <p:spPr>
          <a:xfrm>
            <a:off x="638175" y="1523783"/>
            <a:ext cx="6548814" cy="1631216"/>
          </a:xfrm>
          <a:prstGeom prst="rect">
            <a:avLst/>
          </a:prstGeom>
          <a:noFill/>
          <a:ln>
            <a:noFill/>
          </a:ln>
        </p:spPr>
        <p:txBody>
          <a:bodyPr spcFirstLastPara="1" wrap="square" lIns="91425" tIns="45700" rIns="91425" bIns="45700" anchor="t" anchorCtr="0">
            <a:spAutoFit/>
          </a:bodyPr>
          <a:lstStyle/>
          <a:p>
            <a:pPr marL="0" marR="0" lvl="1" indent="-127000" algn="l" rtl="0">
              <a:lnSpc>
                <a:spcPct val="100000"/>
              </a:lnSpc>
              <a:spcBef>
                <a:spcPts val="0"/>
              </a:spcBef>
              <a:spcAft>
                <a:spcPts val="0"/>
              </a:spcAft>
              <a:buClr>
                <a:schemeClr val="lt1"/>
              </a:buClr>
              <a:buSzPts val="2000"/>
              <a:buFont typeface="Arial"/>
              <a:buChar char="•"/>
            </a:pPr>
            <a:r>
              <a:rPr lang="en-US" sz="2000" b="0" i="0" u="none" strike="noStrike" cap="none" dirty="0">
                <a:solidFill>
                  <a:schemeClr val="lt1"/>
                </a:solidFill>
                <a:latin typeface="Calibri"/>
                <a:ea typeface="Calibri"/>
                <a:cs typeface="Calibri"/>
                <a:sym typeface="Calibri"/>
              </a:rPr>
              <a:t>Problem Statement</a:t>
            </a:r>
            <a:endParaRPr sz="1400" b="0" i="0" u="none" strike="noStrike" cap="none" dirty="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lt1"/>
              </a:solidFill>
              <a:latin typeface="Calibri"/>
              <a:ea typeface="Calibri"/>
              <a:cs typeface="Calibri"/>
              <a:sym typeface="Calibri"/>
            </a:endParaRPr>
          </a:p>
          <a:p>
            <a:pPr marL="0" marR="0" lvl="1" indent="-127000" algn="l" rtl="0">
              <a:lnSpc>
                <a:spcPct val="100000"/>
              </a:lnSpc>
              <a:spcBef>
                <a:spcPts val="0"/>
              </a:spcBef>
              <a:spcAft>
                <a:spcPts val="0"/>
              </a:spcAft>
              <a:buClr>
                <a:schemeClr val="lt1"/>
              </a:buClr>
              <a:buSzPts val="2000"/>
              <a:buFont typeface="Arial"/>
              <a:buChar char="•"/>
            </a:pPr>
            <a:r>
              <a:rPr lang="en-US" sz="2000" b="0" i="0" u="none" strike="noStrike" cap="none" dirty="0">
                <a:solidFill>
                  <a:schemeClr val="lt1"/>
                </a:solidFill>
                <a:latin typeface="Calibri"/>
                <a:ea typeface="Calibri"/>
                <a:cs typeface="Calibri"/>
                <a:sym typeface="Calibri"/>
              </a:rPr>
              <a:t>Discussion over solution approach</a:t>
            </a:r>
            <a:endParaRPr sz="1400" b="0" i="0" u="none" strike="noStrike" cap="none" dirty="0">
              <a:solidFill>
                <a:srgbClr val="000000"/>
              </a:solidFill>
              <a:latin typeface="Arial"/>
              <a:ea typeface="Arial"/>
              <a:cs typeface="Arial"/>
              <a:sym typeface="Arial"/>
            </a:endParaRPr>
          </a:p>
          <a:p>
            <a:pPr marL="0" marR="0" lvl="1" indent="127000" algn="l" rtl="0">
              <a:lnSpc>
                <a:spcPct val="100000"/>
              </a:lnSpc>
              <a:spcBef>
                <a:spcPts val="0"/>
              </a:spcBef>
              <a:spcAft>
                <a:spcPts val="0"/>
              </a:spcAft>
              <a:buClr>
                <a:schemeClr val="dk1"/>
              </a:buClr>
              <a:buSzPts val="2000"/>
              <a:buFont typeface="Arial"/>
              <a:buNone/>
            </a:pPr>
            <a:endParaRPr sz="2000" b="0" i="0" u="none" strike="noStrike" cap="none" dirty="0">
              <a:solidFill>
                <a:schemeClr val="lt1"/>
              </a:solidFill>
              <a:latin typeface="Calibri"/>
              <a:ea typeface="Calibri"/>
              <a:cs typeface="Calibri"/>
              <a:sym typeface="Calibri"/>
            </a:endParaRPr>
          </a:p>
          <a:p>
            <a:pPr marL="0" marR="0" lvl="1" indent="-127000" algn="l" rtl="0">
              <a:lnSpc>
                <a:spcPct val="100000"/>
              </a:lnSpc>
              <a:spcBef>
                <a:spcPts val="0"/>
              </a:spcBef>
              <a:spcAft>
                <a:spcPts val="0"/>
              </a:spcAft>
              <a:buClr>
                <a:schemeClr val="lt1"/>
              </a:buClr>
              <a:buSzPts val="2000"/>
              <a:buFont typeface="Arial"/>
              <a:buChar char="•"/>
            </a:pPr>
            <a:r>
              <a:rPr lang="en-US" sz="2000" b="0" i="0" u="none" strike="noStrike" cap="none" dirty="0">
                <a:solidFill>
                  <a:schemeClr val="lt1"/>
                </a:solidFill>
                <a:latin typeface="Calibri"/>
                <a:ea typeface="Calibri"/>
                <a:cs typeface="Calibri"/>
                <a:sym typeface="Calibri"/>
              </a:rPr>
              <a:t>Q &amp; A</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3</a:t>
            </a:fld>
            <a:endParaRPr/>
          </a:p>
        </p:txBody>
      </p:sp>
      <p:sp>
        <p:nvSpPr>
          <p:cNvPr id="400" name="Google Shape;400;p4"/>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401" name="Google Shape;401;p4"/>
          <p:cNvSpPr/>
          <p:nvPr/>
        </p:nvSpPr>
        <p:spPr>
          <a:xfrm>
            <a:off x="502040" y="879480"/>
            <a:ext cx="3626828"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FF0000"/>
                </a:solidFill>
                <a:latin typeface="Calibri"/>
                <a:ea typeface="Calibri"/>
                <a:cs typeface="Calibri"/>
                <a:sym typeface="Calibri"/>
              </a:rPr>
              <a:t>What is Lending Club?</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Calibri"/>
                <a:ea typeface="Calibri"/>
                <a:cs typeface="Calibri"/>
                <a:sym typeface="Calibri"/>
              </a:rPr>
              <a:t>Lending Club is a marketplace for personal loans that matches borrowers who are seeking a loan with investors looking to lend money and make a return. </a:t>
            </a:r>
            <a:endParaRPr sz="1600" b="0" i="0" u="none" strike="noStrike" cap="none" dirty="0">
              <a:solidFill>
                <a:srgbClr val="333333"/>
              </a:solidFill>
              <a:latin typeface="Merriweather"/>
              <a:ea typeface="Merriweather"/>
              <a:cs typeface="Merriweather"/>
              <a:sym typeface="Merriweather"/>
            </a:endParaRPr>
          </a:p>
        </p:txBody>
      </p:sp>
      <p:pic>
        <p:nvPicPr>
          <p:cNvPr id="402" name="Google Shape;402;p4" descr="Lending Club: Platform Success but P2P failure? - Digital Innovation and  Transformation"/>
          <p:cNvPicPr preferRelativeResize="0"/>
          <p:nvPr/>
        </p:nvPicPr>
        <p:blipFill rotWithShape="1">
          <a:blip r:embed="rId3">
            <a:alphaModFix/>
          </a:blip>
          <a:srcRect/>
          <a:stretch/>
        </p:blipFill>
        <p:spPr>
          <a:xfrm>
            <a:off x="4284999" y="800482"/>
            <a:ext cx="4356961" cy="1727656"/>
          </a:xfrm>
          <a:prstGeom prst="rect">
            <a:avLst/>
          </a:prstGeom>
          <a:noFill/>
          <a:ln>
            <a:noFill/>
          </a:ln>
        </p:spPr>
      </p:pic>
      <p:sp>
        <p:nvSpPr>
          <p:cNvPr id="403" name="Google Shape;403;p4"/>
          <p:cNvSpPr txBox="1"/>
          <p:nvPr/>
        </p:nvSpPr>
        <p:spPr>
          <a:xfrm>
            <a:off x="582050" y="2824090"/>
            <a:ext cx="7979899" cy="169277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dirty="0">
                <a:solidFill>
                  <a:schemeClr val="dk1"/>
                </a:solidFill>
                <a:latin typeface="Calibri"/>
                <a:ea typeface="Calibri"/>
                <a:cs typeface="Calibri"/>
                <a:sym typeface="Calibri"/>
              </a:rPr>
              <a:t>When the company receives a loan application, the company has to make a decision for loan approval based on the applicant’s profile. </a:t>
            </a:r>
            <a:r>
              <a:rPr lang="en-US" sz="1300" b="1" i="0" u="none" strike="noStrike" cap="none" dirty="0">
                <a:solidFill>
                  <a:schemeClr val="dk1"/>
                </a:solidFill>
                <a:latin typeface="Calibri"/>
                <a:ea typeface="Calibri"/>
                <a:cs typeface="Calibri"/>
                <a:sym typeface="Calibri"/>
              </a:rPr>
              <a:t>Two types of risks </a:t>
            </a:r>
            <a:r>
              <a:rPr lang="en-US" sz="1300" b="0" i="0" u="none" strike="noStrike" cap="none" dirty="0">
                <a:solidFill>
                  <a:schemeClr val="dk1"/>
                </a:solidFill>
                <a:latin typeface="Calibri"/>
                <a:ea typeface="Calibri"/>
                <a:cs typeface="Calibri"/>
                <a:sym typeface="Calibri"/>
              </a:rPr>
              <a:t>are associated with the bank’s decision: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dirty="0">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300"/>
              <a:buFont typeface="Arial"/>
              <a:buChar char="•"/>
            </a:pPr>
            <a:r>
              <a:rPr lang="en-US" sz="1300" b="0" i="0" u="none" strike="noStrike" cap="none" dirty="0">
                <a:solidFill>
                  <a:schemeClr val="dk1"/>
                </a:solidFill>
                <a:latin typeface="Calibri"/>
                <a:ea typeface="Calibri"/>
                <a:cs typeface="Calibri"/>
                <a:sym typeface="Calibri"/>
              </a:rPr>
              <a:t>If the applicant is likely to repay the loan, then not approving the loan results in a </a:t>
            </a:r>
            <a:r>
              <a:rPr lang="en-US" sz="1300" b="1" i="0" u="none" strike="noStrike" cap="none" dirty="0">
                <a:solidFill>
                  <a:schemeClr val="dk1"/>
                </a:solidFill>
                <a:latin typeface="Calibri"/>
                <a:ea typeface="Calibri"/>
                <a:cs typeface="Calibri"/>
                <a:sym typeface="Calibri"/>
              </a:rPr>
              <a:t>loss of business </a:t>
            </a:r>
            <a:r>
              <a:rPr lang="en-US" sz="1300" b="0" i="0" u="none" strike="noStrike" cap="none" dirty="0">
                <a:solidFill>
                  <a:schemeClr val="dk1"/>
                </a:solidFill>
                <a:latin typeface="Calibri"/>
                <a:ea typeface="Calibri"/>
                <a:cs typeface="Calibri"/>
                <a:sym typeface="Calibri"/>
              </a:rPr>
              <a:t>to the company</a:t>
            </a:r>
            <a:endParaRPr sz="1400" b="0" i="0" u="none" strike="noStrike" cap="none" dirty="0">
              <a:solidFill>
                <a:srgbClr val="000000"/>
              </a:solidFill>
              <a:latin typeface="Arial"/>
              <a:ea typeface="Arial"/>
              <a:cs typeface="Arial"/>
              <a:sym typeface="Arial"/>
            </a:endParaRPr>
          </a:p>
          <a:p>
            <a:pPr marL="171450" marR="0" lvl="0" indent="-88900" algn="l" rtl="0">
              <a:lnSpc>
                <a:spcPct val="100000"/>
              </a:lnSpc>
              <a:spcBef>
                <a:spcPts val="0"/>
              </a:spcBef>
              <a:spcAft>
                <a:spcPts val="0"/>
              </a:spcAft>
              <a:buClr>
                <a:schemeClr val="dk1"/>
              </a:buClr>
              <a:buSzPts val="1300"/>
              <a:buFont typeface="Arial"/>
              <a:buNone/>
            </a:pPr>
            <a:endParaRPr sz="1300" b="0" i="0" u="none" strike="noStrike" cap="none" dirty="0">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300"/>
              <a:buFont typeface="Arial"/>
              <a:buChar char="•"/>
            </a:pPr>
            <a:r>
              <a:rPr lang="en-US" sz="1300" b="0" i="0" u="none" strike="noStrike" cap="none" dirty="0">
                <a:solidFill>
                  <a:schemeClr val="dk1"/>
                </a:solidFill>
                <a:latin typeface="Calibri"/>
                <a:ea typeface="Calibri"/>
                <a:cs typeface="Calibri"/>
                <a:sym typeface="Calibri"/>
              </a:rPr>
              <a:t>If the applicant is not likely to repay the loan, i.e. he/she is likely to default, then approving the loan may lead to a </a:t>
            </a:r>
            <a:r>
              <a:rPr lang="en-US" sz="1300" b="1" i="0" u="none" strike="noStrike" cap="none" dirty="0">
                <a:solidFill>
                  <a:schemeClr val="dk1"/>
                </a:solidFill>
                <a:latin typeface="Calibri"/>
                <a:ea typeface="Calibri"/>
                <a:cs typeface="Calibri"/>
                <a:sym typeface="Calibri"/>
              </a:rPr>
              <a:t>financial loss </a:t>
            </a:r>
            <a:r>
              <a:rPr lang="en-US" sz="1300" b="0" i="0" u="none" strike="noStrike" cap="none" dirty="0">
                <a:solidFill>
                  <a:schemeClr val="dk1"/>
                </a:solidFill>
                <a:latin typeface="Calibri"/>
                <a:ea typeface="Calibri"/>
                <a:cs typeface="Calibri"/>
                <a:sym typeface="Calibri"/>
              </a:rPr>
              <a:t>for the company</a:t>
            </a:r>
            <a:endParaRPr sz="13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pic>
        <p:nvPicPr>
          <p:cNvPr id="408" name="Google Shape;408;p5" descr="8,017 Risk Management Icon Illustrations &amp;amp; Clip Art - iStock"/>
          <p:cNvPicPr preferRelativeResize="0"/>
          <p:nvPr/>
        </p:nvPicPr>
        <p:blipFill rotWithShape="1">
          <a:blip r:embed="rId3">
            <a:alphaModFix/>
          </a:blip>
          <a:srcRect/>
          <a:stretch/>
        </p:blipFill>
        <p:spPr>
          <a:xfrm>
            <a:off x="5869831" y="1956664"/>
            <a:ext cx="2591886" cy="2591886"/>
          </a:xfrm>
          <a:prstGeom prst="rect">
            <a:avLst/>
          </a:prstGeom>
          <a:noFill/>
          <a:ln>
            <a:noFill/>
          </a:ln>
        </p:spPr>
      </p:pic>
      <p:sp>
        <p:nvSpPr>
          <p:cNvPr id="409" name="Google Shape;409;p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4</a:t>
            </a:fld>
            <a:endParaRPr/>
          </a:p>
        </p:txBody>
      </p:sp>
      <p:sp>
        <p:nvSpPr>
          <p:cNvPr id="410" name="Google Shape;410;p5"/>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411" name="Google Shape;411;p5"/>
          <p:cNvSpPr txBox="1"/>
          <p:nvPr/>
        </p:nvSpPr>
        <p:spPr>
          <a:xfrm>
            <a:off x="628650" y="977431"/>
            <a:ext cx="7833067"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333333"/>
                </a:solidFill>
                <a:latin typeface="Merriweather"/>
                <a:ea typeface="Merriweather"/>
                <a:cs typeface="Merriweather"/>
                <a:sym typeface="Merriweather"/>
              </a:rPr>
              <a:t>If one is able to identify these risky loan applicants, then such loans can be reduced thereby cutting down the amount of credit loss. Identification of such applicants using EDA is the aim of this case study.</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333333"/>
                </a:solidFill>
                <a:latin typeface="Merriweather"/>
                <a:ea typeface="Merriweather"/>
                <a:cs typeface="Merriweather"/>
                <a:sym typeface="Merriweather"/>
              </a:rPr>
              <a:t> </a:t>
            </a:r>
            <a:endParaRPr sz="1400" b="0" i="0" u="none" strike="noStrike" cap="none" dirty="0">
              <a:solidFill>
                <a:srgbClr val="000000"/>
              </a:solidFill>
              <a:latin typeface="Arial"/>
              <a:ea typeface="Arial"/>
              <a:cs typeface="Arial"/>
              <a:sym typeface="Arial"/>
            </a:endParaRPr>
          </a:p>
        </p:txBody>
      </p:sp>
      <p:sp>
        <p:nvSpPr>
          <p:cNvPr id="412" name="Google Shape;412;p5"/>
          <p:cNvSpPr/>
          <p:nvPr/>
        </p:nvSpPr>
        <p:spPr>
          <a:xfrm>
            <a:off x="628650" y="2566740"/>
            <a:ext cx="5345792" cy="14773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333333"/>
                </a:solidFill>
                <a:latin typeface="Merriweather"/>
                <a:ea typeface="Merriweather"/>
                <a:cs typeface="Merriweather"/>
                <a:sym typeface="Merriweather"/>
              </a:rPr>
              <a:t>In other words, </a:t>
            </a:r>
            <a:r>
              <a:rPr lang="en-US" sz="1800" b="0" i="0" u="none" strike="noStrike" cap="none" dirty="0">
                <a:solidFill>
                  <a:srgbClr val="FF0000"/>
                </a:solidFill>
                <a:latin typeface="Merriweather"/>
                <a:ea typeface="Merriweather"/>
                <a:cs typeface="Merriweather"/>
                <a:sym typeface="Merriweather"/>
              </a:rPr>
              <a:t>the company wants to understand the </a:t>
            </a:r>
            <a:r>
              <a:rPr lang="en-US" sz="1800" b="1" i="0" u="none" strike="noStrike" cap="none" dirty="0">
                <a:solidFill>
                  <a:srgbClr val="FF0000"/>
                </a:solidFill>
                <a:latin typeface="Merriweather"/>
                <a:ea typeface="Merriweather"/>
                <a:cs typeface="Merriweather"/>
                <a:sym typeface="Merriweather"/>
              </a:rPr>
              <a:t>driving factors (or driver variables) </a:t>
            </a:r>
            <a:r>
              <a:rPr lang="en-US" sz="1800" b="0" i="0" u="none" strike="noStrike" cap="none" dirty="0">
                <a:solidFill>
                  <a:srgbClr val="FF0000"/>
                </a:solidFill>
                <a:latin typeface="Merriweather"/>
                <a:ea typeface="Merriweather"/>
                <a:cs typeface="Merriweather"/>
                <a:sym typeface="Merriweather"/>
              </a:rPr>
              <a:t>behind loan default, i.e. the variables which are strong indicators of default.  The company can utilize this knowledge for its portfolio and risk assessment.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5</a:t>
            </a:fld>
            <a:endParaRPr/>
          </a:p>
        </p:txBody>
      </p:sp>
      <p:sp>
        <p:nvSpPr>
          <p:cNvPr id="418" name="Google Shape;418;p6"/>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pic>
        <p:nvPicPr>
          <p:cNvPr id="419" name="Google Shape;419;p6"/>
          <p:cNvPicPr preferRelativeResize="0"/>
          <p:nvPr/>
        </p:nvPicPr>
        <p:blipFill rotWithShape="1">
          <a:blip r:embed="rId3">
            <a:alphaModFix/>
          </a:blip>
          <a:srcRect l="8428" r="5158"/>
          <a:stretch/>
        </p:blipFill>
        <p:spPr>
          <a:xfrm>
            <a:off x="344660" y="1351377"/>
            <a:ext cx="4112574" cy="2440745"/>
          </a:xfrm>
          <a:prstGeom prst="rect">
            <a:avLst/>
          </a:prstGeom>
          <a:noFill/>
          <a:ln>
            <a:noFill/>
          </a:ln>
        </p:spPr>
      </p:pic>
      <p:sp>
        <p:nvSpPr>
          <p:cNvPr id="420" name="Google Shape;420;p6"/>
          <p:cNvSpPr txBox="1"/>
          <p:nvPr/>
        </p:nvSpPr>
        <p:spPr>
          <a:xfrm>
            <a:off x="4571999" y="1430275"/>
            <a:ext cx="4445391" cy="24622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FF0000"/>
                </a:solidFill>
                <a:latin typeface="Calibri"/>
                <a:ea typeface="Calibri"/>
                <a:cs typeface="Calibri"/>
                <a:sym typeface="Calibri"/>
              </a:rPr>
              <a:t>Fully paid: </a:t>
            </a:r>
            <a:r>
              <a:rPr lang="en-US" sz="1400" b="0" i="0" u="none" strike="noStrike" cap="none" dirty="0">
                <a:solidFill>
                  <a:schemeClr val="dk1"/>
                </a:solidFill>
                <a:latin typeface="Calibri"/>
                <a:ea typeface="Calibri"/>
                <a:cs typeface="Calibri"/>
                <a:sym typeface="Calibri"/>
              </a:rPr>
              <a:t>Applicant has fully paid the loan (the principal and the interest rate)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FF0000"/>
                </a:solidFill>
                <a:latin typeface="Calibri"/>
                <a:ea typeface="Calibri"/>
                <a:cs typeface="Calibri"/>
                <a:sym typeface="Calibri"/>
              </a:rPr>
              <a:t>Current: </a:t>
            </a:r>
            <a:r>
              <a:rPr lang="en-US" sz="1400" b="0" i="0" u="none" strike="noStrike" cap="none" dirty="0">
                <a:solidFill>
                  <a:schemeClr val="dk1"/>
                </a:solidFill>
                <a:latin typeface="Calibri"/>
                <a:ea typeface="Calibri"/>
                <a:cs typeface="Calibri"/>
                <a:sym typeface="Calibri"/>
              </a:rPr>
              <a:t>Applicant is in the process of paying the instalments, i.e. the tenure of the loan is not yet completed. These candidates are not labelled as 'defaulted'.</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FF0000"/>
                </a:solidFill>
                <a:latin typeface="Calibri"/>
                <a:ea typeface="Calibri"/>
                <a:cs typeface="Calibri"/>
                <a:sym typeface="Calibri"/>
              </a:rPr>
              <a:t>Charged-off: </a:t>
            </a:r>
            <a:r>
              <a:rPr lang="en-US" sz="1400" b="0" i="0" u="none" strike="noStrike" cap="none" dirty="0">
                <a:solidFill>
                  <a:schemeClr val="dk1"/>
                </a:solidFill>
                <a:latin typeface="Calibri"/>
                <a:ea typeface="Calibri"/>
                <a:cs typeface="Calibri"/>
                <a:sym typeface="Calibri"/>
              </a:rPr>
              <a:t>Applicant has not paid the instalments in due time for a long period of time, i.e. he/she has defaulted on the loan </a:t>
            </a:r>
            <a:endParaRPr sz="14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6</a:t>
            </a:fld>
            <a:endParaRPr/>
          </a:p>
        </p:txBody>
      </p:sp>
      <p:sp>
        <p:nvSpPr>
          <p:cNvPr id="426" name="Google Shape;426;p7"/>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427" name="Google Shape;427;p7"/>
          <p:cNvSpPr txBox="1"/>
          <p:nvPr/>
        </p:nvSpPr>
        <p:spPr>
          <a:xfrm>
            <a:off x="695594" y="1648420"/>
            <a:ext cx="7819756"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The </a:t>
            </a:r>
            <a:r>
              <a:rPr lang="en-US" sz="1800" b="0" i="0" u="none" strike="noStrike" cap="none" dirty="0" err="1">
                <a:solidFill>
                  <a:schemeClr val="dk1"/>
                </a:solidFill>
                <a:latin typeface="Calibri"/>
                <a:ea typeface="Calibri"/>
                <a:cs typeface="Calibri"/>
                <a:sym typeface="Calibri"/>
              </a:rPr>
              <a:t>loan_amnt</a:t>
            </a:r>
            <a:r>
              <a:rPr lang="en-US" sz="1800" b="0" i="0" u="none" strike="noStrike" cap="none" dirty="0">
                <a:solidFill>
                  <a:schemeClr val="dk1"/>
                </a:solidFill>
                <a:latin typeface="Calibri"/>
                <a:ea typeface="Calibri"/>
                <a:cs typeface="Calibri"/>
                <a:sym typeface="Calibri"/>
              </a:rPr>
              <a:t> is the amount applied by potential borrowers, </a:t>
            </a:r>
            <a:r>
              <a:rPr lang="en-US" sz="1800" b="0" i="0" u="none" strike="noStrike" cap="none" dirty="0" err="1">
                <a:solidFill>
                  <a:schemeClr val="dk1"/>
                </a:solidFill>
                <a:latin typeface="Calibri"/>
                <a:ea typeface="Calibri"/>
                <a:cs typeface="Calibri"/>
                <a:sym typeface="Calibri"/>
              </a:rPr>
              <a:t>funded_amnt</a:t>
            </a:r>
            <a:r>
              <a:rPr lang="en-US" sz="1800" b="0" i="0" u="none" strike="noStrike" cap="none" dirty="0">
                <a:solidFill>
                  <a:schemeClr val="dk1"/>
                </a:solidFill>
                <a:latin typeface="Calibri"/>
                <a:ea typeface="Calibri"/>
                <a:cs typeface="Calibri"/>
                <a:sym typeface="Calibri"/>
              </a:rPr>
              <a:t> is the amount recommended/approved by Lending Club, and the </a:t>
            </a:r>
            <a:r>
              <a:rPr lang="en-US" sz="1800" b="0" i="0" u="none" strike="noStrike" cap="none" dirty="0" err="1">
                <a:solidFill>
                  <a:schemeClr val="dk1"/>
                </a:solidFill>
                <a:latin typeface="Calibri"/>
                <a:ea typeface="Calibri"/>
                <a:cs typeface="Calibri"/>
                <a:sym typeface="Calibri"/>
              </a:rPr>
              <a:t>funded_amnt_inv</a:t>
            </a:r>
            <a:r>
              <a:rPr lang="en-US" sz="1800" b="0" i="0" u="none" strike="noStrike" cap="none" dirty="0">
                <a:solidFill>
                  <a:schemeClr val="dk1"/>
                </a:solidFill>
                <a:latin typeface="Calibri"/>
                <a:ea typeface="Calibri"/>
                <a:cs typeface="Calibri"/>
                <a:sym typeface="Calibri"/>
              </a:rPr>
              <a:t> is the amount funded by investors. </a:t>
            </a:r>
            <a:endParaRPr sz="1800" b="0" i="0" u="none" strike="noStrike" cap="none" dirty="0">
              <a:solidFill>
                <a:schemeClr val="dk1"/>
              </a:solidFill>
              <a:latin typeface="Calibri"/>
              <a:ea typeface="Calibri"/>
              <a:cs typeface="Calibri"/>
              <a:sym typeface="Calibri"/>
            </a:endParaRPr>
          </a:p>
        </p:txBody>
      </p:sp>
      <p:sp>
        <p:nvSpPr>
          <p:cNvPr id="428" name="Google Shape;428;p7"/>
          <p:cNvSpPr txBox="1"/>
          <p:nvPr/>
        </p:nvSpPr>
        <p:spPr>
          <a:xfrm>
            <a:off x="779999" y="1073054"/>
            <a:ext cx="641562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What is </a:t>
            </a:r>
            <a:r>
              <a:rPr lang="en-US" sz="1800" b="1" i="0" u="none" strike="noStrike" cap="none" dirty="0" err="1">
                <a:solidFill>
                  <a:schemeClr val="dk1"/>
                </a:solidFill>
                <a:latin typeface="Calibri"/>
                <a:ea typeface="Calibri"/>
                <a:cs typeface="Calibri"/>
                <a:sym typeface="Calibri"/>
              </a:rPr>
              <a:t>loan_amnt</a:t>
            </a:r>
            <a:r>
              <a:rPr lang="en-US" sz="1800" b="1" i="0" u="none" strike="noStrike" cap="none" dirty="0">
                <a:solidFill>
                  <a:schemeClr val="dk1"/>
                </a:solidFill>
                <a:latin typeface="Calibri"/>
                <a:ea typeface="Calibri"/>
                <a:cs typeface="Calibri"/>
                <a:sym typeface="Calibri"/>
              </a:rPr>
              <a:t>, </a:t>
            </a:r>
            <a:r>
              <a:rPr lang="en-US" sz="1800" b="1" i="0" u="none" strike="noStrike" cap="none" dirty="0" err="1">
                <a:solidFill>
                  <a:schemeClr val="dk1"/>
                </a:solidFill>
                <a:latin typeface="Calibri"/>
                <a:ea typeface="Calibri"/>
                <a:cs typeface="Calibri"/>
                <a:sym typeface="Calibri"/>
              </a:rPr>
              <a:t>funded_amnt</a:t>
            </a:r>
            <a:r>
              <a:rPr lang="en-US" sz="1800" b="1" i="0" u="none" strike="noStrike" cap="none" dirty="0">
                <a:solidFill>
                  <a:schemeClr val="dk1"/>
                </a:solidFill>
                <a:latin typeface="Calibri"/>
                <a:ea typeface="Calibri"/>
                <a:cs typeface="Calibri"/>
                <a:sym typeface="Calibri"/>
              </a:rPr>
              <a:t>, </a:t>
            </a:r>
            <a:r>
              <a:rPr lang="en-US" sz="1800" b="1" i="0" u="none" strike="noStrike" cap="none" dirty="0" err="1">
                <a:solidFill>
                  <a:schemeClr val="dk1"/>
                </a:solidFill>
                <a:latin typeface="Calibri"/>
                <a:ea typeface="Calibri"/>
                <a:cs typeface="Calibri"/>
                <a:sym typeface="Calibri"/>
              </a:rPr>
              <a:t>funded_amnt_inv</a:t>
            </a:r>
            <a:r>
              <a:rPr lang="en-US" sz="1800" b="1" i="0" u="none" strike="noStrike" cap="none" dirty="0">
                <a:solidFill>
                  <a:schemeClr val="dk1"/>
                </a:solidFill>
                <a:latin typeface="Calibri"/>
                <a:ea typeface="Calibri"/>
                <a:cs typeface="Calibri"/>
                <a:sym typeface="Calibri"/>
              </a:rPr>
              <a:t> ?</a:t>
            </a:r>
            <a:endParaRPr sz="1800" b="1" i="0" u="none" strike="noStrike" cap="none" dirty="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7</a:t>
            </a:fld>
            <a:endParaRPr/>
          </a:p>
        </p:txBody>
      </p:sp>
      <p:sp>
        <p:nvSpPr>
          <p:cNvPr id="434" name="Google Shape;434;p8"/>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435" name="Google Shape;435;p8"/>
          <p:cNvSpPr txBox="1"/>
          <p:nvPr/>
        </p:nvSpPr>
        <p:spPr>
          <a:xfrm>
            <a:off x="837028" y="1386397"/>
            <a:ext cx="7603587" cy="17542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There are four major parts that are needed to be done for this case study:</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1. Data understanding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2. Data cleaning (cleaning missing values, removing redundant columns etc.)</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3. Data Analysis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4. Recommendations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8</a:t>
            </a:fld>
            <a:endParaRPr/>
          </a:p>
        </p:txBody>
      </p:sp>
      <p:sp>
        <p:nvSpPr>
          <p:cNvPr id="441" name="Google Shape;441;p9"/>
          <p:cNvSpPr txBox="1">
            <a:spLocks noGrp="1"/>
          </p:cNvSpPr>
          <p:nvPr>
            <p:ph type="title"/>
          </p:nvPr>
        </p:nvSpPr>
        <p:spPr>
          <a:xfrm>
            <a:off x="316679" y="121966"/>
            <a:ext cx="5498700" cy="382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442" name="Google Shape;442;p9"/>
          <p:cNvSpPr txBox="1"/>
          <p:nvPr/>
        </p:nvSpPr>
        <p:spPr>
          <a:xfrm>
            <a:off x="628649" y="1001211"/>
            <a:ext cx="8030016" cy="23083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Data Cleaning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1. Check the percentage of missing values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2. Remove all those with very high missing percentage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3. For columns with less missing percentage: perform Imputations</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Calibri"/>
                <a:ea typeface="Calibri"/>
                <a:cs typeface="Calibri"/>
                <a:sym typeface="Calibri"/>
              </a:rPr>
              <a:t>You don’t need to impute the data, you can just identify the correct metric to impute the column.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4. You can drop rows where the missing percentage is quite high</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1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9</a:t>
            </a:fld>
            <a:endParaRPr/>
          </a:p>
        </p:txBody>
      </p:sp>
      <p:sp>
        <p:nvSpPr>
          <p:cNvPr id="448" name="Google Shape;448;p10"/>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449" name="Google Shape;449;p10"/>
          <p:cNvSpPr txBox="1"/>
          <p:nvPr/>
        </p:nvSpPr>
        <p:spPr>
          <a:xfrm>
            <a:off x="516988" y="820678"/>
            <a:ext cx="8110024" cy="375487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Calibri"/>
                <a:ea typeface="Calibri"/>
                <a:cs typeface="Calibri"/>
                <a:sym typeface="Calibri"/>
              </a:rPr>
              <a:t>Data Analysis</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dirty="0">
                <a:solidFill>
                  <a:schemeClr val="dk1"/>
                </a:solidFill>
                <a:latin typeface="Calibri"/>
                <a:ea typeface="Calibri"/>
                <a:cs typeface="Calibri"/>
                <a:sym typeface="Calibri"/>
              </a:rPr>
              <a:t>The objective is to identify predictors of default so that at the time of loan application, we can use those variables for approval/rejection of the loan. </a:t>
            </a:r>
            <a:endParaRPr sz="1400" b="0" i="0" u="none" strike="noStrike" cap="none" dirty="0">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chemeClr val="dk1"/>
              </a:buClr>
              <a:buSzPts val="1400"/>
              <a:buFont typeface="Arial"/>
              <a:buNone/>
            </a:pPr>
            <a:endParaRPr sz="1400" b="0" i="0" u="none" strike="noStrike" cap="none" dirty="0">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Calibri"/>
                <a:ea typeface="Calibri"/>
                <a:cs typeface="Calibri"/>
                <a:sym typeface="Calibri"/>
              </a:rPr>
              <a:t>There are broadly three types of variables –</a:t>
            </a:r>
            <a:endParaRPr sz="1400" b="0" i="0" u="none" strike="noStrike" cap="none" dirty="0">
              <a:solidFill>
                <a:srgbClr val="000000"/>
              </a:solidFill>
              <a:latin typeface="Arial"/>
              <a:ea typeface="Arial"/>
              <a:cs typeface="Arial"/>
              <a:sym typeface="Arial"/>
            </a:endParaRPr>
          </a:p>
          <a:p>
            <a:pPr marL="800100" marR="0" lvl="1" indent="-342900" algn="l" rtl="0">
              <a:lnSpc>
                <a:spcPct val="100000"/>
              </a:lnSpc>
              <a:spcBef>
                <a:spcPts val="0"/>
              </a:spcBef>
              <a:spcAft>
                <a:spcPts val="0"/>
              </a:spcAft>
              <a:buClr>
                <a:schemeClr val="dk1"/>
              </a:buClr>
              <a:buSzPts val="1400"/>
              <a:buFont typeface="Calibri"/>
              <a:buAutoNum type="arabicPeriod"/>
            </a:pPr>
            <a:r>
              <a:rPr lang="en-US" sz="1400" b="0" i="0" u="none" strike="noStrike" cap="none" dirty="0">
                <a:solidFill>
                  <a:schemeClr val="dk1"/>
                </a:solidFill>
                <a:latin typeface="Calibri"/>
                <a:ea typeface="Calibri"/>
                <a:cs typeface="Calibri"/>
                <a:sym typeface="Calibri"/>
              </a:rPr>
              <a:t>those which are related to the applicant (demographic variables such as age, occupation, employment details etc.), </a:t>
            </a:r>
            <a:endParaRPr sz="1400" b="0" i="0" u="none" strike="noStrike" cap="none" dirty="0">
              <a:solidFill>
                <a:srgbClr val="000000"/>
              </a:solidFill>
              <a:latin typeface="Arial"/>
              <a:ea typeface="Arial"/>
              <a:cs typeface="Arial"/>
              <a:sym typeface="Arial"/>
            </a:endParaRPr>
          </a:p>
          <a:p>
            <a:pPr marL="800100" marR="0" lvl="1" indent="-342900" algn="l" rtl="0">
              <a:lnSpc>
                <a:spcPct val="100000"/>
              </a:lnSpc>
              <a:spcBef>
                <a:spcPts val="0"/>
              </a:spcBef>
              <a:spcAft>
                <a:spcPts val="0"/>
              </a:spcAft>
              <a:buClr>
                <a:schemeClr val="dk1"/>
              </a:buClr>
              <a:buSzPts val="1400"/>
              <a:buFont typeface="Calibri"/>
              <a:buAutoNum type="arabicPeriod"/>
            </a:pPr>
            <a:r>
              <a:rPr lang="en-US" sz="1400" b="0" i="0" u="none" strike="noStrike" cap="none" dirty="0">
                <a:solidFill>
                  <a:schemeClr val="dk1"/>
                </a:solidFill>
                <a:latin typeface="Calibri"/>
                <a:ea typeface="Calibri"/>
                <a:cs typeface="Calibri"/>
                <a:sym typeface="Calibri"/>
              </a:rPr>
              <a:t>Loan characteristics (amount of loan, interest rate, purpose of loan etc.) and </a:t>
            </a:r>
            <a:endParaRPr sz="1400" b="0" i="0" u="none" strike="noStrike" cap="none" dirty="0">
              <a:solidFill>
                <a:srgbClr val="000000"/>
              </a:solidFill>
              <a:latin typeface="Arial"/>
              <a:ea typeface="Arial"/>
              <a:cs typeface="Arial"/>
              <a:sym typeface="Arial"/>
            </a:endParaRPr>
          </a:p>
          <a:p>
            <a:pPr marL="800100" marR="0" lvl="1" indent="-342900" algn="l" rtl="0">
              <a:lnSpc>
                <a:spcPct val="100000"/>
              </a:lnSpc>
              <a:spcBef>
                <a:spcPts val="0"/>
              </a:spcBef>
              <a:spcAft>
                <a:spcPts val="0"/>
              </a:spcAft>
              <a:buClr>
                <a:schemeClr val="dk1"/>
              </a:buClr>
              <a:buSzPts val="1400"/>
              <a:buFont typeface="Calibri"/>
              <a:buAutoNum type="arabicPeriod"/>
            </a:pPr>
            <a:r>
              <a:rPr lang="en-US" sz="1400" b="0" i="0" u="none" strike="noStrike" cap="none" dirty="0">
                <a:solidFill>
                  <a:schemeClr val="dk1"/>
                </a:solidFill>
                <a:latin typeface="Calibri"/>
                <a:ea typeface="Calibri"/>
                <a:cs typeface="Calibri"/>
                <a:sym typeface="Calibri"/>
              </a:rPr>
              <a:t>Customer behavior variables (those which are generated after the loan is approved such as delinquent 2 years, revolving balance, next payment date etc.).</a:t>
            </a:r>
            <a:endParaRPr sz="1400" b="0" i="0" u="none" strike="noStrike" cap="none" dirty="0">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chemeClr val="dk1"/>
              </a:buClr>
              <a:buSzPts val="1400"/>
              <a:buFont typeface="Arial"/>
              <a:buNone/>
            </a:pPr>
            <a:endParaRPr sz="14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dirty="0">
                <a:solidFill>
                  <a:schemeClr val="dk1"/>
                </a:solidFill>
                <a:latin typeface="Calibri"/>
                <a:ea typeface="Calibri"/>
                <a:cs typeface="Calibri"/>
                <a:sym typeface="Calibri"/>
              </a:rPr>
              <a:t>Now, the customer behavior variables are not available at the time of loan application, and thus they cannot be used as predictors for credit approval.</a:t>
            </a:r>
            <a:endParaRPr sz="1400" b="0" i="0" u="none" strike="noStrike" cap="none" dirty="0">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chemeClr val="dk1"/>
              </a:buClr>
              <a:buSzPts val="1400"/>
              <a:buFont typeface="Arial"/>
              <a:buNone/>
            </a:pPr>
            <a:endParaRPr sz="14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dirty="0">
                <a:solidFill>
                  <a:schemeClr val="dk1"/>
                </a:solidFill>
                <a:latin typeface="Calibri"/>
                <a:ea typeface="Calibri"/>
                <a:cs typeface="Calibri"/>
                <a:sym typeface="Calibri"/>
              </a:rPr>
              <a:t>The ones marked 'current' are neither fully paid not defaulted, so get rid of the current loans. Also, tag the other two values as 0 or 1 to make your analysis simple and clean.</a:t>
            </a:r>
            <a:endParaRPr sz="14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1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10</a:t>
            </a:fld>
            <a:endParaRPr/>
          </a:p>
        </p:txBody>
      </p:sp>
      <p:sp>
        <p:nvSpPr>
          <p:cNvPr id="455" name="Google Shape;455;p11"/>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456" name="Google Shape;456;p11"/>
          <p:cNvSpPr txBox="1"/>
          <p:nvPr/>
        </p:nvSpPr>
        <p:spPr>
          <a:xfrm>
            <a:off x="487240" y="773668"/>
            <a:ext cx="4572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Few Important Variables</a:t>
            </a:r>
            <a:endParaRPr sz="1400" b="0" i="0" u="none" strike="noStrike" cap="none" dirty="0">
              <a:solidFill>
                <a:srgbClr val="000000"/>
              </a:solidFill>
              <a:latin typeface="Arial"/>
              <a:ea typeface="Arial"/>
              <a:cs typeface="Arial"/>
              <a:sym typeface="Arial"/>
            </a:endParaRPr>
          </a:p>
        </p:txBody>
      </p:sp>
      <p:graphicFrame>
        <p:nvGraphicFramePr>
          <p:cNvPr id="457" name="Google Shape;457;p11"/>
          <p:cNvGraphicFramePr/>
          <p:nvPr>
            <p:extLst>
              <p:ext uri="{D42A27DB-BD31-4B8C-83A1-F6EECF244321}">
                <p14:modId xmlns:p14="http://schemas.microsoft.com/office/powerpoint/2010/main" val="2611799940"/>
              </p:ext>
            </p:extLst>
          </p:nvPr>
        </p:nvGraphicFramePr>
        <p:xfrm>
          <a:off x="6019757" y="776857"/>
          <a:ext cx="2050300" cy="3286840"/>
        </p:xfrm>
        <a:graphic>
          <a:graphicData uri="http://schemas.openxmlformats.org/drawingml/2006/table">
            <a:tbl>
              <a:tblPr>
                <a:noFill/>
                <a:tableStyleId>{A5CB70B0-2AA5-4D09-86EC-7C1CE7FAACDC}</a:tableStyleId>
              </a:tblPr>
              <a:tblGrid>
                <a:gridCol w="2050300">
                  <a:extLst>
                    <a:ext uri="{9D8B030D-6E8A-4147-A177-3AD203B41FA5}">
                      <a16:colId xmlns:a16="http://schemas.microsoft.com/office/drawing/2014/main" val="20000"/>
                    </a:ext>
                  </a:extLst>
                </a:gridCol>
              </a:tblGrid>
              <a:tr h="173400">
                <a:tc>
                  <a:txBody>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lt1"/>
                          </a:solidFill>
                          <a:latin typeface="Calibri"/>
                          <a:ea typeface="Calibri"/>
                          <a:cs typeface="Calibri"/>
                          <a:sym typeface="Calibri"/>
                        </a:rPr>
                        <a:t>Customer behaviour variables</a:t>
                      </a:r>
                      <a:endParaRPr sz="1400" u="none" strike="noStrike" cap="none"/>
                    </a:p>
                  </a:txBody>
                  <a:tcPr marL="6150" marR="6150" marT="61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0000"/>
                    </a:solidFill>
                  </a:tcPr>
                </a:tc>
                <a:extLst>
                  <a:ext uri="{0D108BD9-81ED-4DB2-BD59-A6C34878D82A}">
                    <a16:rowId xmlns:a16="http://schemas.microsoft.com/office/drawing/2014/main" val="10000"/>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a:solidFill>
                            <a:srgbClr val="000000"/>
                          </a:solidFill>
                          <a:latin typeface="Courier New"/>
                          <a:ea typeface="Courier New"/>
                          <a:cs typeface="Courier New"/>
                          <a:sym typeface="Courier New"/>
                        </a:rPr>
                        <a:t>delinq_2yrs</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earliest_cr_line</a:t>
                      </a:r>
                      <a:endParaRPr sz="900" b="0" i="0" u="none" strike="noStrike" cap="none" dirty="0">
                        <a:solidFill>
                          <a:srgbClr val="000000"/>
                        </a:solidFill>
                        <a:latin typeface="Courier New"/>
                        <a:ea typeface="Courier New"/>
                        <a:cs typeface="Courier New"/>
                        <a:sym typeface="Courier New"/>
                      </a:endParaRPr>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a:solidFill>
                            <a:srgbClr val="000000"/>
                          </a:solidFill>
                          <a:latin typeface="Courier New"/>
                          <a:ea typeface="Courier New"/>
                          <a:cs typeface="Courier New"/>
                          <a:sym typeface="Courier New"/>
                        </a:rPr>
                        <a:t>inq_last_6mths</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open_acc</a:t>
                      </a:r>
                      <a:endParaRPr sz="900" b="0" i="0" u="none" strike="noStrike" cap="none" dirty="0">
                        <a:solidFill>
                          <a:srgbClr val="000000"/>
                        </a:solidFill>
                        <a:latin typeface="Courier New"/>
                        <a:ea typeface="Courier New"/>
                        <a:cs typeface="Courier New"/>
                        <a:sym typeface="Courier New"/>
                      </a:endParaRPr>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pub_rec</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103506">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revol_bal</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revol_util</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000000"/>
                          </a:solidFill>
                          <a:latin typeface="Courier New"/>
                          <a:ea typeface="Courier New"/>
                          <a:cs typeface="Courier New"/>
                          <a:sym typeface="Courier New"/>
                        </a:rPr>
                        <a:t>total_acc</a:t>
                      </a:r>
                      <a:endParaRPr sz="1400" u="none" strike="noStrike" cap="none"/>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out_prncp</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out_prncp_inv</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0"/>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total_pymnt</a:t>
                      </a:r>
                      <a:endParaRPr sz="900" b="0" i="0" u="none" strike="noStrike" cap="none" dirty="0">
                        <a:solidFill>
                          <a:srgbClr val="000000"/>
                        </a:solidFill>
                        <a:latin typeface="Courier New"/>
                        <a:ea typeface="Courier New"/>
                        <a:cs typeface="Courier New"/>
                        <a:sym typeface="Courier New"/>
                      </a:endParaRPr>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1"/>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total_pymnt_inv</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2"/>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total_rec_prncp</a:t>
                      </a:r>
                      <a:endParaRPr sz="900" b="0" i="0" u="none" strike="noStrike" cap="none" dirty="0">
                        <a:solidFill>
                          <a:srgbClr val="000000"/>
                        </a:solidFill>
                        <a:latin typeface="Courier New"/>
                        <a:ea typeface="Courier New"/>
                        <a:cs typeface="Courier New"/>
                        <a:sym typeface="Courier New"/>
                      </a:endParaRPr>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3"/>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total_rec_int</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4"/>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total_rec_late_fee</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5"/>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a:solidFill>
                            <a:srgbClr val="000000"/>
                          </a:solidFill>
                          <a:latin typeface="Courier New"/>
                          <a:ea typeface="Courier New"/>
                          <a:cs typeface="Courier New"/>
                          <a:sym typeface="Courier New"/>
                        </a:rPr>
                        <a:t>recoveries</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6"/>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collection_recovery_fee</a:t>
                      </a:r>
                      <a:endParaRPr sz="900" b="0" i="0" u="none" strike="noStrike" cap="none" dirty="0">
                        <a:solidFill>
                          <a:srgbClr val="000000"/>
                        </a:solidFill>
                        <a:latin typeface="Courier New"/>
                        <a:ea typeface="Courier New"/>
                        <a:cs typeface="Courier New"/>
                        <a:sym typeface="Courier New"/>
                      </a:endParaRPr>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7"/>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last_pymnt_d</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8"/>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last_pymnt_amnt</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9"/>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last_credit_pull_d</a:t>
                      </a:r>
                      <a:endParaRPr sz="1400" u="none" strike="noStrike" cap="none" dirty="0"/>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0"/>
                  </a:ext>
                </a:extLst>
              </a:tr>
              <a:tr h="147725">
                <a:tc>
                  <a:txBody>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err="1">
                          <a:solidFill>
                            <a:srgbClr val="000000"/>
                          </a:solidFill>
                          <a:latin typeface="Courier New"/>
                          <a:ea typeface="Courier New"/>
                          <a:cs typeface="Courier New"/>
                          <a:sym typeface="Courier New"/>
                        </a:rPr>
                        <a:t>application_type</a:t>
                      </a:r>
                      <a:endParaRPr sz="900" b="0" i="0" u="none" strike="noStrike" cap="none" dirty="0">
                        <a:solidFill>
                          <a:srgbClr val="000000"/>
                        </a:solidFill>
                        <a:latin typeface="Courier New"/>
                        <a:ea typeface="Courier New"/>
                        <a:cs typeface="Courier New"/>
                        <a:sym typeface="Courier New"/>
                      </a:endParaRPr>
                    </a:p>
                  </a:txBody>
                  <a:tcPr marL="6150" marR="6150" marT="61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1"/>
                  </a:ext>
                </a:extLst>
              </a:tr>
            </a:tbl>
          </a:graphicData>
        </a:graphic>
      </p:graphicFrame>
      <p:sp>
        <p:nvSpPr>
          <p:cNvPr id="458" name="Google Shape;458;p11"/>
          <p:cNvSpPr/>
          <p:nvPr/>
        </p:nvSpPr>
        <p:spPr>
          <a:xfrm>
            <a:off x="5455014" y="4117777"/>
            <a:ext cx="3179774"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dirty="0">
                <a:solidFill>
                  <a:schemeClr val="dk1"/>
                </a:solidFill>
                <a:latin typeface="Calibri"/>
                <a:ea typeface="Calibri"/>
                <a:cs typeface="Calibri"/>
                <a:sym typeface="Calibri"/>
              </a:rPr>
              <a:t>the customer behavior variables are not available at the time of loan application, and thus they cannot be used as predictors for credit approval.</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dirty="0">
                <a:solidFill>
                  <a:schemeClr val="dk1"/>
                </a:solidFill>
                <a:latin typeface="Calibri"/>
                <a:ea typeface="Calibri"/>
                <a:cs typeface="Calibri"/>
                <a:sym typeface="Calibri"/>
              </a:rPr>
              <a:t> </a:t>
            </a:r>
            <a:r>
              <a:rPr lang="en-US" sz="900" b="0" i="0" u="none" strike="noStrike" cap="none" dirty="0">
                <a:solidFill>
                  <a:srgbClr val="FF0000"/>
                </a:solidFill>
                <a:latin typeface="Calibri"/>
                <a:ea typeface="Calibri"/>
                <a:cs typeface="Calibri"/>
                <a:sym typeface="Calibri"/>
              </a:rPr>
              <a:t>variables such as </a:t>
            </a:r>
            <a:r>
              <a:rPr lang="en-US" sz="900" b="0" i="0" u="none" strike="noStrike" cap="none" dirty="0" err="1">
                <a:solidFill>
                  <a:srgbClr val="FF0000"/>
                </a:solidFill>
                <a:latin typeface="Calibri"/>
                <a:ea typeface="Calibri"/>
                <a:cs typeface="Calibri"/>
                <a:sym typeface="Calibri"/>
              </a:rPr>
              <a:t>acc_now_delinquent</a:t>
            </a:r>
            <a:r>
              <a:rPr lang="en-US" sz="900" b="0" i="0" u="none" strike="noStrike" cap="none" dirty="0">
                <a:solidFill>
                  <a:srgbClr val="FF0000"/>
                </a:solidFill>
                <a:latin typeface="Calibri"/>
                <a:ea typeface="Calibri"/>
                <a:cs typeface="Calibri"/>
                <a:sym typeface="Calibri"/>
              </a:rPr>
              <a:t>, </a:t>
            </a:r>
            <a:r>
              <a:rPr lang="en-US" sz="900" b="0" i="0" u="none" strike="noStrike" cap="none" dirty="0" err="1">
                <a:solidFill>
                  <a:srgbClr val="FF0000"/>
                </a:solidFill>
                <a:latin typeface="Calibri"/>
                <a:ea typeface="Calibri"/>
                <a:cs typeface="Calibri"/>
                <a:sym typeface="Calibri"/>
              </a:rPr>
              <a:t>chargeoff</a:t>
            </a:r>
            <a:r>
              <a:rPr lang="en-US" sz="900" b="0" i="0" u="none" strike="noStrike" cap="none" dirty="0">
                <a:solidFill>
                  <a:srgbClr val="FF0000"/>
                </a:solidFill>
                <a:latin typeface="Calibri"/>
                <a:ea typeface="Calibri"/>
                <a:cs typeface="Calibri"/>
                <a:sym typeface="Calibri"/>
              </a:rPr>
              <a:t> within 12 months etc. (which are related to the applicant's past loans) are available from the credit bureau.</a:t>
            </a:r>
            <a:endParaRPr sz="900" b="0" i="0" u="none" strike="noStrike" cap="none" dirty="0">
              <a:solidFill>
                <a:srgbClr val="FF0000"/>
              </a:solidFill>
              <a:latin typeface="Calibri"/>
              <a:ea typeface="Calibri"/>
              <a:cs typeface="Calibri"/>
              <a:sym typeface="Calibri"/>
            </a:endParaRPr>
          </a:p>
        </p:txBody>
      </p:sp>
      <p:graphicFrame>
        <p:nvGraphicFramePr>
          <p:cNvPr id="459" name="Google Shape;459;p11"/>
          <p:cNvGraphicFramePr/>
          <p:nvPr/>
        </p:nvGraphicFramePr>
        <p:xfrm>
          <a:off x="1034000" y="1401112"/>
          <a:ext cx="2032000" cy="2392625"/>
        </p:xfrm>
        <a:graphic>
          <a:graphicData uri="http://schemas.openxmlformats.org/drawingml/2006/table">
            <a:tbl>
              <a:tblPr>
                <a:noFill/>
                <a:tableStyleId>{A5CB70B0-2AA5-4D09-86EC-7C1CE7FAACDC}</a:tableStyleId>
              </a:tblPr>
              <a:tblGrid>
                <a:gridCol w="2032000">
                  <a:extLst>
                    <a:ext uri="{9D8B030D-6E8A-4147-A177-3AD203B41FA5}">
                      <a16:colId xmlns:a16="http://schemas.microsoft.com/office/drawing/2014/main" val="20000"/>
                    </a:ext>
                  </a:extLst>
                </a:gridCol>
              </a:tblGrid>
              <a:tr h="198125">
                <a:tc>
                  <a:txBody>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lt1"/>
                          </a:solidFill>
                          <a:latin typeface="Calibri"/>
                          <a:ea typeface="Calibri"/>
                          <a:cs typeface="Calibri"/>
                          <a:sym typeface="Calibri"/>
                        </a:rPr>
                        <a:t>Important variables</a:t>
                      </a:r>
                      <a:endParaRPr sz="1400" u="none" strike="noStrike" cap="none" dirty="0"/>
                    </a:p>
                  </a:txBody>
                  <a:tcPr marL="7625" marR="7625" marT="76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0000"/>
                    </a:solidFill>
                  </a:tcPr>
                </a:tc>
                <a:extLst>
                  <a:ext uri="{0D108BD9-81ED-4DB2-BD59-A6C34878D82A}">
                    <a16:rowId xmlns:a16="http://schemas.microsoft.com/office/drawing/2014/main" val="10000"/>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dirty="0" err="1">
                          <a:solidFill>
                            <a:srgbClr val="000000"/>
                          </a:solidFill>
                          <a:latin typeface="Courier New"/>
                          <a:ea typeface="Courier New"/>
                          <a:cs typeface="Courier New"/>
                          <a:sym typeface="Courier New"/>
                        </a:rPr>
                        <a:t>Loan_amt</a:t>
                      </a:r>
                      <a:endParaRPr sz="1100" b="0" i="0" u="none" strike="noStrike" cap="none" dirty="0">
                        <a:solidFill>
                          <a:srgbClr val="000000"/>
                        </a:solidFill>
                        <a:latin typeface="Courier New"/>
                        <a:ea typeface="Courier New"/>
                        <a:cs typeface="Courier New"/>
                        <a:sym typeface="Courier New"/>
                      </a:endParaRPr>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dirty="0">
                          <a:solidFill>
                            <a:srgbClr val="000000"/>
                          </a:solidFill>
                          <a:latin typeface="Courier New"/>
                          <a:ea typeface="Courier New"/>
                          <a:cs typeface="Courier New"/>
                          <a:sym typeface="Courier New"/>
                        </a:rPr>
                        <a:t>Term</a:t>
                      </a:r>
                      <a:endParaRPr sz="1400" u="none" strike="noStrike" cap="none" dirty="0"/>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dirty="0">
                          <a:solidFill>
                            <a:srgbClr val="000000"/>
                          </a:solidFill>
                          <a:latin typeface="Courier New"/>
                          <a:ea typeface="Courier New"/>
                          <a:cs typeface="Courier New"/>
                          <a:sym typeface="Courier New"/>
                        </a:rPr>
                        <a:t>Interest_rate</a:t>
                      </a:r>
                      <a:endParaRPr sz="1100" b="0" i="0" u="none" strike="noStrike" cap="none" dirty="0">
                        <a:solidFill>
                          <a:srgbClr val="000000"/>
                        </a:solidFill>
                        <a:latin typeface="Courier New"/>
                        <a:ea typeface="Courier New"/>
                        <a:cs typeface="Courier New"/>
                        <a:sym typeface="Courier New"/>
                      </a:endParaRPr>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dirty="0">
                          <a:solidFill>
                            <a:srgbClr val="000000"/>
                          </a:solidFill>
                          <a:latin typeface="Courier New"/>
                          <a:ea typeface="Courier New"/>
                          <a:cs typeface="Courier New"/>
                          <a:sym typeface="Courier New"/>
                        </a:rPr>
                        <a:t>Grade</a:t>
                      </a:r>
                      <a:endParaRPr sz="1400" u="none" strike="noStrike" cap="none" dirty="0"/>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dirty="0" err="1">
                          <a:solidFill>
                            <a:srgbClr val="000000"/>
                          </a:solidFill>
                          <a:latin typeface="Courier New"/>
                          <a:ea typeface="Courier New"/>
                          <a:cs typeface="Courier New"/>
                          <a:sym typeface="Courier New"/>
                        </a:rPr>
                        <a:t>SubGrade</a:t>
                      </a:r>
                      <a:endParaRPr sz="1100" b="0" i="0" u="none" strike="noStrike" cap="none" dirty="0">
                        <a:solidFill>
                          <a:srgbClr val="000000"/>
                        </a:solidFill>
                        <a:latin typeface="Courier New"/>
                        <a:ea typeface="Courier New"/>
                        <a:cs typeface="Courier New"/>
                        <a:sym typeface="Courier New"/>
                      </a:endParaRPr>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dirty="0">
                          <a:solidFill>
                            <a:srgbClr val="000000"/>
                          </a:solidFill>
                          <a:latin typeface="Courier New"/>
                          <a:ea typeface="Courier New"/>
                          <a:cs typeface="Courier New"/>
                          <a:sym typeface="Courier New"/>
                        </a:rPr>
                        <a:t>Annual Income</a:t>
                      </a:r>
                      <a:endParaRPr sz="1400" u="none" strike="noStrike" cap="none" dirty="0"/>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dirty="0">
                          <a:solidFill>
                            <a:srgbClr val="000000"/>
                          </a:solidFill>
                          <a:latin typeface="Courier New"/>
                          <a:ea typeface="Courier New"/>
                          <a:cs typeface="Courier New"/>
                          <a:sym typeface="Courier New"/>
                        </a:rPr>
                        <a:t>Purpose of loan</a:t>
                      </a:r>
                      <a:endParaRPr sz="1400" u="none" strike="noStrike" cap="none" dirty="0"/>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dirty="0">
                          <a:solidFill>
                            <a:srgbClr val="000000"/>
                          </a:solidFill>
                          <a:latin typeface="Courier New"/>
                          <a:ea typeface="Courier New"/>
                          <a:cs typeface="Courier New"/>
                          <a:sym typeface="Courier New"/>
                        </a:rPr>
                        <a:t>DTI (Debt to Income)</a:t>
                      </a:r>
                      <a:endParaRPr sz="1400" u="none" strike="noStrike" cap="none" dirty="0"/>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dirty="0" err="1">
                          <a:solidFill>
                            <a:srgbClr val="000000"/>
                          </a:solidFill>
                          <a:latin typeface="Courier New"/>
                          <a:ea typeface="Courier New"/>
                          <a:cs typeface="Courier New"/>
                          <a:sym typeface="Courier New"/>
                        </a:rPr>
                        <a:t>Emp_Lenght</a:t>
                      </a:r>
                      <a:endParaRPr sz="1400" u="none" strike="noStrike" cap="none" dirty="0"/>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dirty="0" err="1">
                          <a:solidFill>
                            <a:srgbClr val="000000"/>
                          </a:solidFill>
                          <a:latin typeface="Courier New"/>
                          <a:ea typeface="Courier New"/>
                          <a:cs typeface="Courier New"/>
                          <a:sym typeface="Courier New"/>
                        </a:rPr>
                        <a:t>Loan_Date</a:t>
                      </a:r>
                      <a:r>
                        <a:rPr lang="en-US" sz="1100" b="0" i="0" u="none" strike="noStrike" cap="none" dirty="0">
                          <a:solidFill>
                            <a:srgbClr val="000000"/>
                          </a:solidFill>
                          <a:latin typeface="Courier New"/>
                          <a:ea typeface="Courier New"/>
                          <a:cs typeface="Courier New"/>
                          <a:sym typeface="Courier New"/>
                        </a:rPr>
                        <a:t>(Month)</a:t>
                      </a:r>
                      <a:endParaRPr sz="1400" u="none" strike="noStrike" cap="none" dirty="0"/>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0"/>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dirty="0" err="1">
                          <a:solidFill>
                            <a:srgbClr val="000000"/>
                          </a:solidFill>
                          <a:latin typeface="Courier New"/>
                          <a:ea typeface="Courier New"/>
                          <a:cs typeface="Courier New"/>
                          <a:sym typeface="Courier New"/>
                        </a:rPr>
                        <a:t>Home_Ownership</a:t>
                      </a:r>
                      <a:endParaRPr sz="1400" u="none" strike="noStrike" cap="none" dirty="0"/>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1"/>
                  </a:ext>
                </a:extLst>
              </a:tr>
              <a:tr h="182875">
                <a:tc>
                  <a:txBody>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dirty="0" err="1">
                          <a:solidFill>
                            <a:srgbClr val="000000"/>
                          </a:solidFill>
                          <a:latin typeface="Courier New"/>
                          <a:ea typeface="Courier New"/>
                          <a:cs typeface="Courier New"/>
                          <a:sym typeface="Courier New"/>
                        </a:rPr>
                        <a:t>Verification_Status</a:t>
                      </a:r>
                      <a:endParaRPr sz="1100" b="0" i="0" u="none" strike="noStrike" cap="none" dirty="0">
                        <a:solidFill>
                          <a:srgbClr val="000000"/>
                        </a:solidFill>
                        <a:latin typeface="Courier New"/>
                        <a:ea typeface="Courier New"/>
                        <a:cs typeface="Courier New"/>
                        <a:sym typeface="Courier New"/>
                      </a:endParaRPr>
                    </a:p>
                  </a:txBody>
                  <a:tcPr marL="7625" marR="7625" marT="76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grpSp>
        <p:nvGrpSpPr>
          <p:cNvPr id="460" name="Google Shape;460;p11"/>
          <p:cNvGrpSpPr/>
          <p:nvPr/>
        </p:nvGrpSpPr>
        <p:grpSpPr>
          <a:xfrm>
            <a:off x="2259321" y="1631148"/>
            <a:ext cx="1946182" cy="400110"/>
            <a:chOff x="2259321" y="1684421"/>
            <a:chExt cx="1946182" cy="400110"/>
          </a:xfrm>
        </p:grpSpPr>
        <p:grpSp>
          <p:nvGrpSpPr>
            <p:cNvPr id="461" name="Google Shape;461;p11"/>
            <p:cNvGrpSpPr/>
            <p:nvPr/>
          </p:nvGrpSpPr>
          <p:grpSpPr>
            <a:xfrm>
              <a:off x="2259321" y="1684421"/>
              <a:ext cx="905805" cy="370173"/>
              <a:chOff x="2288233" y="1567543"/>
              <a:chExt cx="1080609" cy="577516"/>
            </a:xfrm>
          </p:grpSpPr>
          <p:cxnSp>
            <p:nvCxnSpPr>
              <p:cNvPr id="462" name="Google Shape;462;p11"/>
              <p:cNvCxnSpPr/>
              <p:nvPr/>
            </p:nvCxnSpPr>
            <p:spPr>
              <a:xfrm rot="10800000" flipH="1">
                <a:off x="2288233" y="1856302"/>
                <a:ext cx="1066859" cy="69823"/>
              </a:xfrm>
              <a:prstGeom prst="straightConnector1">
                <a:avLst/>
              </a:prstGeom>
              <a:noFill/>
              <a:ln w="9525" cap="flat" cmpd="sng">
                <a:solidFill>
                  <a:srgbClr val="F1333F"/>
                </a:solidFill>
                <a:prstDash val="lgDash"/>
                <a:miter lim="800000"/>
                <a:headEnd type="none" w="sm" len="sm"/>
                <a:tailEnd type="triangle" w="med" len="med"/>
              </a:ln>
            </p:spPr>
          </p:cxnSp>
          <p:cxnSp>
            <p:nvCxnSpPr>
              <p:cNvPr id="463" name="Google Shape;463;p11"/>
              <p:cNvCxnSpPr/>
              <p:nvPr/>
            </p:nvCxnSpPr>
            <p:spPr>
              <a:xfrm flipH="1">
                <a:off x="3361967" y="1567543"/>
                <a:ext cx="6875" cy="577516"/>
              </a:xfrm>
              <a:prstGeom prst="straightConnector1">
                <a:avLst/>
              </a:prstGeom>
              <a:noFill/>
              <a:ln w="9525" cap="flat" cmpd="sng">
                <a:solidFill>
                  <a:srgbClr val="F1333F"/>
                </a:solidFill>
                <a:prstDash val="dash"/>
                <a:miter lim="800000"/>
                <a:headEnd type="none" w="sm" len="sm"/>
                <a:tailEnd type="none" w="sm" len="sm"/>
              </a:ln>
            </p:spPr>
          </p:cxnSp>
        </p:grpSp>
        <p:sp>
          <p:nvSpPr>
            <p:cNvPr id="464" name="Google Shape;464;p11"/>
            <p:cNvSpPr txBox="1"/>
            <p:nvPr/>
          </p:nvSpPr>
          <p:spPr>
            <a:xfrm>
              <a:off x="3153599" y="1684421"/>
              <a:ext cx="1051904" cy="400110"/>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36 Months</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60 Months</a:t>
              </a:r>
              <a:endParaRPr sz="1000" b="0" i="0" u="none" strike="noStrike" cap="none">
                <a:solidFill>
                  <a:srgbClr val="FF0000"/>
                </a:solidFill>
                <a:latin typeface="Calibri"/>
                <a:ea typeface="Calibri"/>
                <a:cs typeface="Calibri"/>
                <a:sym typeface="Calibri"/>
              </a:endParaRPr>
            </a:p>
          </p:txBody>
        </p:sp>
      </p:grpSp>
      <p:grpSp>
        <p:nvGrpSpPr>
          <p:cNvPr id="465" name="Google Shape;465;p11"/>
          <p:cNvGrpSpPr/>
          <p:nvPr/>
        </p:nvGrpSpPr>
        <p:grpSpPr>
          <a:xfrm>
            <a:off x="2381354" y="2084531"/>
            <a:ext cx="1844320" cy="721864"/>
            <a:chOff x="2381354" y="1684421"/>
            <a:chExt cx="1844320" cy="721864"/>
          </a:xfrm>
        </p:grpSpPr>
        <p:grpSp>
          <p:nvGrpSpPr>
            <p:cNvPr id="466" name="Google Shape;466;p11"/>
            <p:cNvGrpSpPr/>
            <p:nvPr/>
          </p:nvGrpSpPr>
          <p:grpSpPr>
            <a:xfrm>
              <a:off x="2381354" y="1684421"/>
              <a:ext cx="783772" cy="675955"/>
              <a:chOff x="2433817" y="1567543"/>
              <a:chExt cx="935026" cy="1054574"/>
            </a:xfrm>
          </p:grpSpPr>
          <p:cxnSp>
            <p:nvCxnSpPr>
              <p:cNvPr id="467" name="Google Shape;467;p11"/>
              <p:cNvCxnSpPr/>
              <p:nvPr/>
            </p:nvCxnSpPr>
            <p:spPr>
              <a:xfrm>
                <a:off x="2433817" y="1856301"/>
                <a:ext cx="921275" cy="0"/>
              </a:xfrm>
              <a:prstGeom prst="straightConnector1">
                <a:avLst/>
              </a:prstGeom>
              <a:noFill/>
              <a:ln w="9525" cap="flat" cmpd="sng">
                <a:solidFill>
                  <a:srgbClr val="F1333F"/>
                </a:solidFill>
                <a:prstDash val="lgDash"/>
                <a:miter lim="800000"/>
                <a:headEnd type="none" w="sm" len="sm"/>
                <a:tailEnd type="triangle" w="med" len="med"/>
              </a:ln>
            </p:spPr>
          </p:cxnSp>
          <p:cxnSp>
            <p:nvCxnSpPr>
              <p:cNvPr id="468" name="Google Shape;468;p11"/>
              <p:cNvCxnSpPr/>
              <p:nvPr/>
            </p:nvCxnSpPr>
            <p:spPr>
              <a:xfrm flipH="1">
                <a:off x="3365404" y="1567543"/>
                <a:ext cx="3439" cy="1054574"/>
              </a:xfrm>
              <a:prstGeom prst="straightConnector1">
                <a:avLst/>
              </a:prstGeom>
              <a:noFill/>
              <a:ln w="9525" cap="flat" cmpd="sng">
                <a:solidFill>
                  <a:srgbClr val="F1333F"/>
                </a:solidFill>
                <a:prstDash val="dash"/>
                <a:miter lim="800000"/>
                <a:headEnd type="none" w="sm" len="sm"/>
                <a:tailEnd type="none" w="sm" len="sm"/>
              </a:ln>
            </p:spPr>
          </p:cxnSp>
        </p:grpSp>
        <p:sp>
          <p:nvSpPr>
            <p:cNvPr id="469" name="Google Shape;469;p11"/>
            <p:cNvSpPr txBox="1"/>
            <p:nvPr/>
          </p:nvSpPr>
          <p:spPr>
            <a:xfrm>
              <a:off x="3173770" y="1698399"/>
              <a:ext cx="1051904" cy="707886"/>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A</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B</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a:t>
              </a:r>
              <a:endParaRPr sz="1000" b="0" i="0" u="none" strike="noStrike" cap="none">
                <a:solidFill>
                  <a:srgbClr val="FF0000"/>
                </a:solidFill>
                <a:latin typeface="Calibri"/>
                <a:ea typeface="Calibri"/>
                <a:cs typeface="Calibri"/>
                <a:sym typeface="Calibri"/>
              </a:endParaRPr>
            </a:p>
          </p:txBody>
        </p:sp>
      </p:grpSp>
      <p:grpSp>
        <p:nvGrpSpPr>
          <p:cNvPr id="470" name="Google Shape;470;p11"/>
          <p:cNvGrpSpPr/>
          <p:nvPr/>
        </p:nvGrpSpPr>
        <p:grpSpPr>
          <a:xfrm>
            <a:off x="598043" y="2084531"/>
            <a:ext cx="891208" cy="739826"/>
            <a:chOff x="598043" y="2084531"/>
            <a:chExt cx="891208" cy="739826"/>
          </a:xfrm>
        </p:grpSpPr>
        <p:grpSp>
          <p:nvGrpSpPr>
            <p:cNvPr id="471" name="Google Shape;471;p11"/>
            <p:cNvGrpSpPr/>
            <p:nvPr/>
          </p:nvGrpSpPr>
          <p:grpSpPr>
            <a:xfrm flipH="1">
              <a:off x="1045169" y="2084531"/>
              <a:ext cx="444082" cy="715359"/>
              <a:chOff x="2433817" y="1319517"/>
              <a:chExt cx="934940" cy="1116049"/>
            </a:xfrm>
          </p:grpSpPr>
          <p:cxnSp>
            <p:nvCxnSpPr>
              <p:cNvPr id="472" name="Google Shape;472;p11"/>
              <p:cNvCxnSpPr/>
              <p:nvPr/>
            </p:nvCxnSpPr>
            <p:spPr>
              <a:xfrm>
                <a:off x="2433817" y="1856301"/>
                <a:ext cx="921275" cy="0"/>
              </a:xfrm>
              <a:prstGeom prst="straightConnector1">
                <a:avLst/>
              </a:prstGeom>
              <a:noFill/>
              <a:ln w="9525" cap="flat" cmpd="sng">
                <a:solidFill>
                  <a:srgbClr val="F1333F"/>
                </a:solidFill>
                <a:prstDash val="lgDash"/>
                <a:miter lim="800000"/>
                <a:headEnd type="none" w="sm" len="sm"/>
                <a:tailEnd type="triangle" w="med" len="med"/>
              </a:ln>
            </p:spPr>
          </p:cxnSp>
          <p:cxnSp>
            <p:nvCxnSpPr>
              <p:cNvPr id="473" name="Google Shape;473;p11"/>
              <p:cNvCxnSpPr/>
              <p:nvPr/>
            </p:nvCxnSpPr>
            <p:spPr>
              <a:xfrm flipH="1">
                <a:off x="3367142" y="1319517"/>
                <a:ext cx="1615" cy="1116049"/>
              </a:xfrm>
              <a:prstGeom prst="straightConnector1">
                <a:avLst/>
              </a:prstGeom>
              <a:noFill/>
              <a:ln w="9525" cap="flat" cmpd="sng">
                <a:solidFill>
                  <a:srgbClr val="F1333F"/>
                </a:solidFill>
                <a:prstDash val="dash"/>
                <a:miter lim="800000"/>
                <a:headEnd type="none" w="sm" len="sm"/>
                <a:tailEnd type="none" w="sm" len="sm"/>
              </a:ln>
            </p:spPr>
          </p:cxnSp>
        </p:grpSp>
        <p:sp>
          <p:nvSpPr>
            <p:cNvPr id="474" name="Google Shape;474;p11"/>
            <p:cNvSpPr txBox="1"/>
            <p:nvPr/>
          </p:nvSpPr>
          <p:spPr>
            <a:xfrm flipH="1">
              <a:off x="598043" y="2116471"/>
              <a:ext cx="596060" cy="707886"/>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1</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2</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FF0000"/>
                </a:buClr>
                <a:buSzPts val="1000"/>
                <a:buFont typeface="Arial"/>
                <a:buChar char="•"/>
              </a:pPr>
              <a:r>
                <a:rPr lang="en-US" sz="1000" b="0" i="0" u="none" strike="noStrike" cap="none">
                  <a:solidFill>
                    <a:srgbClr val="FF0000"/>
                  </a:solidFill>
                  <a:latin typeface="Calibri"/>
                  <a:ea typeface="Calibri"/>
                  <a:cs typeface="Calibri"/>
                  <a:sym typeface="Calibri"/>
                </a:rPr>
                <a:t>.</a:t>
              </a:r>
              <a:endParaRPr sz="1000" b="0" i="0" u="none" strike="noStrike" cap="none">
                <a:solidFill>
                  <a:srgbClr val="FF0000"/>
                </a:solidFill>
                <a:latin typeface="Calibri"/>
                <a:ea typeface="Calibri"/>
                <a:cs typeface="Calibri"/>
                <a:sym typeface="Calibri"/>
              </a:endParaRPr>
            </a:p>
          </p:txBody>
        </p:sp>
      </p:grpSp>
      <p:grpSp>
        <p:nvGrpSpPr>
          <p:cNvPr id="475" name="Google Shape;475;p11"/>
          <p:cNvGrpSpPr/>
          <p:nvPr/>
        </p:nvGrpSpPr>
        <p:grpSpPr>
          <a:xfrm>
            <a:off x="2949456" y="3525980"/>
            <a:ext cx="2674449" cy="675955"/>
            <a:chOff x="2713012" y="1684421"/>
            <a:chExt cx="2674449" cy="675955"/>
          </a:xfrm>
        </p:grpSpPr>
        <p:grpSp>
          <p:nvGrpSpPr>
            <p:cNvPr id="476" name="Google Shape;476;p11"/>
            <p:cNvGrpSpPr/>
            <p:nvPr/>
          </p:nvGrpSpPr>
          <p:grpSpPr>
            <a:xfrm>
              <a:off x="2713012" y="1684421"/>
              <a:ext cx="452114" cy="675955"/>
              <a:chOff x="2829479" y="1567543"/>
              <a:chExt cx="539364" cy="1054574"/>
            </a:xfrm>
          </p:grpSpPr>
          <p:cxnSp>
            <p:nvCxnSpPr>
              <p:cNvPr id="477" name="Google Shape;477;p11"/>
              <p:cNvCxnSpPr/>
              <p:nvPr/>
            </p:nvCxnSpPr>
            <p:spPr>
              <a:xfrm>
                <a:off x="2829479" y="1850217"/>
                <a:ext cx="525612" cy="6084"/>
              </a:xfrm>
              <a:prstGeom prst="straightConnector1">
                <a:avLst/>
              </a:prstGeom>
              <a:noFill/>
              <a:ln w="9525" cap="flat" cmpd="sng">
                <a:solidFill>
                  <a:srgbClr val="F1333F"/>
                </a:solidFill>
                <a:prstDash val="lgDash"/>
                <a:miter lim="800000"/>
                <a:headEnd type="none" w="sm" len="sm"/>
                <a:tailEnd type="triangle" w="med" len="med"/>
              </a:ln>
            </p:spPr>
          </p:cxnSp>
          <p:cxnSp>
            <p:nvCxnSpPr>
              <p:cNvPr id="478" name="Google Shape;478;p11"/>
              <p:cNvCxnSpPr/>
              <p:nvPr/>
            </p:nvCxnSpPr>
            <p:spPr>
              <a:xfrm flipH="1">
                <a:off x="3365404" y="1567543"/>
                <a:ext cx="3439" cy="1054574"/>
              </a:xfrm>
              <a:prstGeom prst="straightConnector1">
                <a:avLst/>
              </a:prstGeom>
              <a:noFill/>
              <a:ln w="9525" cap="flat" cmpd="sng">
                <a:solidFill>
                  <a:srgbClr val="F1333F"/>
                </a:solidFill>
                <a:prstDash val="dash"/>
                <a:miter lim="800000"/>
                <a:headEnd type="none" w="sm" len="sm"/>
                <a:tailEnd type="none" w="sm" len="sm"/>
              </a:ln>
            </p:spPr>
          </p:cxnSp>
        </p:grpSp>
        <p:sp>
          <p:nvSpPr>
            <p:cNvPr id="479" name="Google Shape;479;p11"/>
            <p:cNvSpPr txBox="1"/>
            <p:nvPr/>
          </p:nvSpPr>
          <p:spPr>
            <a:xfrm>
              <a:off x="3173771" y="1698399"/>
              <a:ext cx="2213690" cy="646331"/>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rgbClr val="FF0000"/>
                </a:buClr>
                <a:buSzPts val="900"/>
                <a:buFont typeface="Arial"/>
                <a:buChar char="•"/>
              </a:pPr>
              <a:r>
                <a:rPr lang="en-US" sz="900" b="0" i="0" u="none" strike="noStrike" cap="none" dirty="0">
                  <a:solidFill>
                    <a:srgbClr val="FF0000"/>
                  </a:solidFill>
                  <a:latin typeface="Calibri"/>
                  <a:ea typeface="Calibri"/>
                  <a:cs typeface="Calibri"/>
                  <a:sym typeface="Calibri"/>
                </a:rPr>
                <a:t>Income Verified (Pay Slips, Tax Returns)</a:t>
              </a:r>
              <a:endParaRPr sz="1400" b="0" i="0" u="none" strike="noStrike" cap="none" dirty="0">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FF0000"/>
                </a:buClr>
                <a:buSzPts val="900"/>
                <a:buFont typeface="Arial"/>
                <a:buChar char="•"/>
              </a:pPr>
              <a:r>
                <a:rPr lang="en-US" sz="900" b="0" i="0" u="none" strike="noStrike" cap="none" dirty="0">
                  <a:solidFill>
                    <a:srgbClr val="FF0000"/>
                  </a:solidFill>
                  <a:latin typeface="Calibri"/>
                  <a:ea typeface="Calibri"/>
                  <a:cs typeface="Calibri"/>
                  <a:sym typeface="Calibri"/>
                </a:rPr>
                <a:t>Income Source Verified (3</a:t>
              </a:r>
              <a:r>
                <a:rPr lang="en-US" sz="900" b="0" i="0" u="none" strike="noStrike" cap="none" baseline="30000" dirty="0">
                  <a:solidFill>
                    <a:srgbClr val="FF0000"/>
                  </a:solidFill>
                  <a:latin typeface="Calibri"/>
                  <a:ea typeface="Calibri"/>
                  <a:cs typeface="Calibri"/>
                  <a:sym typeface="Calibri"/>
                </a:rPr>
                <a:t>rd</a:t>
              </a:r>
              <a:r>
                <a:rPr lang="en-US" sz="900" b="0" i="0" u="none" strike="noStrike" cap="none" dirty="0">
                  <a:solidFill>
                    <a:srgbClr val="FF0000"/>
                  </a:solidFill>
                  <a:latin typeface="Calibri"/>
                  <a:ea typeface="Calibri"/>
                  <a:cs typeface="Calibri"/>
                  <a:sym typeface="Calibri"/>
                </a:rPr>
                <a:t> Party vendors has checked)</a:t>
              </a:r>
              <a:endParaRPr sz="1400" b="0" i="0" u="none" strike="noStrike" cap="none" dirty="0">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FF0000"/>
                </a:buClr>
                <a:buSzPts val="900"/>
                <a:buFont typeface="Arial"/>
                <a:buChar char="•"/>
              </a:pPr>
              <a:r>
                <a:rPr lang="en-US" sz="900" b="0" i="0" u="none" strike="noStrike" cap="none" dirty="0">
                  <a:solidFill>
                    <a:srgbClr val="FF0000"/>
                  </a:solidFill>
                  <a:latin typeface="Calibri"/>
                  <a:ea typeface="Calibri"/>
                  <a:cs typeface="Calibri"/>
                  <a:sym typeface="Calibri"/>
                </a:rPr>
                <a:t>Not Verified</a:t>
              </a:r>
              <a:endParaRPr sz="1400" b="0" i="0" u="none" strike="noStrike" cap="none" dirty="0">
                <a:solidFill>
                  <a:srgbClr val="000000"/>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1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11</a:t>
            </a:fld>
            <a:endParaRPr/>
          </a:p>
        </p:txBody>
      </p:sp>
      <p:sp>
        <p:nvSpPr>
          <p:cNvPr id="485" name="Google Shape;485;p12"/>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486" name="Google Shape;486;p12"/>
          <p:cNvSpPr txBox="1"/>
          <p:nvPr/>
        </p:nvSpPr>
        <p:spPr>
          <a:xfrm>
            <a:off x="323557" y="947619"/>
            <a:ext cx="8496900" cy="2801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rgbClr val="FF0000"/>
                </a:solidFill>
                <a:latin typeface="Calibri"/>
                <a:ea typeface="Calibri"/>
                <a:cs typeface="Calibri"/>
                <a:sym typeface="Calibri"/>
              </a:rPr>
              <a:t>Data Analysis: Univariate Analysis</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Calibri"/>
                <a:ea typeface="Calibri"/>
                <a:cs typeface="Calibri"/>
                <a:sym typeface="Calibri"/>
              </a:rPr>
              <a:t>For univariate analysis, you may check the default rate across various categorical features. </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Calibri"/>
                <a:ea typeface="Calibri"/>
                <a:cs typeface="Calibri"/>
                <a:sym typeface="Calibri"/>
              </a:rPr>
              <a:t>For continuous features, you may perform binning and then you may perform univariate analysis.</a:t>
            </a:r>
            <a:endParaRPr sz="1400" b="0" i="0" u="none" strike="noStrike" cap="none"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rgbClr val="FF0000"/>
                </a:solidFill>
                <a:latin typeface="Calibri"/>
                <a:ea typeface="Calibri"/>
                <a:cs typeface="Calibri"/>
                <a:sym typeface="Calibri"/>
              </a:rPr>
              <a:t>Data Analysis: Bivariate Analysis</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Calibri"/>
                <a:ea typeface="Calibri"/>
                <a:cs typeface="Calibri"/>
                <a:sym typeface="Calibri"/>
              </a:rPr>
              <a:t>Here you may choose two features to understand the Default variable</a:t>
            </a:r>
            <a:endParaRPr sz="16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1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12</a:t>
            </a:fld>
            <a:endParaRPr/>
          </a:p>
        </p:txBody>
      </p:sp>
      <p:sp>
        <p:nvSpPr>
          <p:cNvPr id="492" name="Google Shape;492;p13"/>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493" name="Google Shape;493;p13"/>
          <p:cNvSpPr txBox="1"/>
          <p:nvPr/>
        </p:nvSpPr>
        <p:spPr>
          <a:xfrm>
            <a:off x="724485" y="1278210"/>
            <a:ext cx="7941213" cy="20313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Recommendations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Calibri"/>
                <a:ea typeface="Calibri"/>
                <a:cs typeface="Calibri"/>
                <a:sym typeface="Calibri"/>
              </a:rPr>
              <a:t>Remember this is an important part of the case study. After performing your analysis, you need to recommend some points to the investors. You need to emphasize on how they can reduce the chances of funding a likely defaulter.</a:t>
            </a:r>
            <a:endParaRPr sz="14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Calibri"/>
                <a:ea typeface="Calibri"/>
                <a:cs typeface="Calibri"/>
                <a:sym typeface="Calibri"/>
              </a:rPr>
              <a:t>This is need to be done for both PPT and the </a:t>
            </a:r>
            <a:r>
              <a:rPr lang="en-US" sz="1800" b="0" i="0" u="none" strike="noStrike" cap="none" dirty="0" err="1">
                <a:solidFill>
                  <a:schemeClr val="dk1"/>
                </a:solidFill>
                <a:latin typeface="Calibri"/>
                <a:ea typeface="Calibri"/>
                <a:cs typeface="Calibri"/>
                <a:sym typeface="Calibri"/>
              </a:rPr>
              <a:t>Jupyter</a:t>
            </a:r>
            <a:r>
              <a:rPr lang="en-US" sz="1800" b="0" i="0" u="none" strike="noStrike" cap="none" dirty="0">
                <a:solidFill>
                  <a:schemeClr val="dk1"/>
                </a:solidFill>
                <a:latin typeface="Calibri"/>
                <a:ea typeface="Calibri"/>
                <a:cs typeface="Calibri"/>
                <a:sym typeface="Calibri"/>
              </a:rPr>
              <a:t> Notebook</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1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13</a:t>
            </a:fld>
            <a:endParaRPr/>
          </a:p>
        </p:txBody>
      </p:sp>
      <p:sp>
        <p:nvSpPr>
          <p:cNvPr id="499" name="Google Shape;499;p14"/>
          <p:cNvSpPr txBox="1">
            <a:spLocks noGrp="1"/>
          </p:cNvSpPr>
          <p:nvPr>
            <p:ph type="title"/>
          </p:nvPr>
        </p:nvSpPr>
        <p:spPr>
          <a:xfrm>
            <a:off x="316679" y="121966"/>
            <a:ext cx="5498642"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Lending Club: EDA Case Study</a:t>
            </a:r>
            <a:endParaRPr/>
          </a:p>
        </p:txBody>
      </p:sp>
      <p:sp>
        <p:nvSpPr>
          <p:cNvPr id="500" name="Google Shape;500;p14"/>
          <p:cNvSpPr txBox="1"/>
          <p:nvPr/>
        </p:nvSpPr>
        <p:spPr>
          <a:xfrm>
            <a:off x="260838" y="642856"/>
            <a:ext cx="8546100" cy="32008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dirty="0">
                <a:solidFill>
                  <a:schemeClr val="dk1"/>
                </a:solidFill>
                <a:latin typeface="Calibri"/>
                <a:ea typeface="Calibri"/>
                <a:cs typeface="Calibri"/>
                <a:sym typeface="Calibri"/>
              </a:rPr>
              <a:t>Presentation and Points to remember</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Calibri"/>
                <a:ea typeface="Calibri"/>
                <a:cs typeface="Calibri"/>
                <a:sym typeface="Calibri"/>
              </a:rPr>
              <a:t>Remember in this case study we are trying to figure out the important features that contribute toward default.</a:t>
            </a:r>
            <a:endParaRPr sz="1400" b="0" i="0" u="none" strike="noStrike" cap="none"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Calibri"/>
                <a:ea typeface="Calibri"/>
                <a:cs typeface="Calibri"/>
                <a:sym typeface="Calibri"/>
              </a:rPr>
              <a:t>Any assumption taken is fine, until it is clearly mentioned on your </a:t>
            </a:r>
            <a:r>
              <a:rPr lang="en-US" sz="1600" b="0" i="0" u="none" strike="noStrike" cap="none" dirty="0" err="1">
                <a:solidFill>
                  <a:schemeClr val="dk1"/>
                </a:solidFill>
                <a:latin typeface="Calibri"/>
                <a:ea typeface="Calibri"/>
                <a:cs typeface="Calibri"/>
                <a:sym typeface="Calibri"/>
              </a:rPr>
              <a:t>jupyter</a:t>
            </a:r>
            <a:r>
              <a:rPr lang="en-US" sz="1600" b="0" i="0" u="none" strike="noStrike" cap="none" dirty="0">
                <a:solidFill>
                  <a:schemeClr val="dk1"/>
                </a:solidFill>
                <a:latin typeface="Calibri"/>
                <a:ea typeface="Calibri"/>
                <a:cs typeface="Calibri"/>
                <a:sym typeface="Calibri"/>
              </a:rPr>
              <a:t> notebook.</a:t>
            </a:r>
            <a:endParaRPr sz="1400" b="0" i="0" u="none" strike="noStrike" cap="none"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600"/>
              <a:buFont typeface="Arial"/>
              <a:buChar char="•"/>
            </a:pPr>
            <a:r>
              <a:rPr lang="en-US" sz="1600" dirty="0">
                <a:solidFill>
                  <a:schemeClr val="dk1"/>
                </a:solidFill>
                <a:latin typeface="Calibri"/>
                <a:ea typeface="Calibri"/>
                <a:cs typeface="Calibri"/>
                <a:sym typeface="Calibri"/>
              </a:rPr>
              <a:t>Presentation</a:t>
            </a:r>
            <a:r>
              <a:rPr lang="en-US" sz="1600" b="0" i="0" u="none" strike="noStrike" cap="none" dirty="0">
                <a:solidFill>
                  <a:schemeClr val="dk1"/>
                </a:solidFill>
                <a:latin typeface="Calibri"/>
                <a:ea typeface="Calibri"/>
                <a:cs typeface="Calibri"/>
                <a:sym typeface="Calibri"/>
              </a:rPr>
              <a:t> is needed to be drafted for investors, so it should not have any code. You can include plots with the explanation and recommendation to the investors. </a:t>
            </a:r>
            <a:endParaRPr sz="1400" b="0" i="0" u="none" strike="noStrike" cap="none"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Calibri"/>
                <a:ea typeface="Calibri"/>
                <a:cs typeface="Calibri"/>
                <a:sym typeface="Calibri"/>
              </a:rPr>
              <a:t>Don’t forget to comment the code properly as it carries separate marks. </a:t>
            </a:r>
            <a:endParaRPr sz="1400" b="0" i="0" u="none" strike="noStrike" cap="none"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rgbClr val="333333"/>
              </a:buClr>
              <a:buSzPts val="1600"/>
              <a:buFont typeface="Arial"/>
              <a:buChar char="•"/>
            </a:pPr>
            <a:r>
              <a:rPr lang="en-US" sz="1600" b="0" i="0" u="none" strike="noStrike" cap="none" dirty="0">
                <a:solidFill>
                  <a:srgbClr val="333333"/>
                </a:solidFill>
                <a:latin typeface="Merriweather"/>
                <a:ea typeface="Merriweather"/>
                <a:cs typeface="Merriweather"/>
                <a:sym typeface="Merriweather"/>
              </a:rPr>
              <a:t>Please make sure to rename your Python notebook "</a:t>
            </a:r>
            <a:r>
              <a:rPr lang="en-US" sz="1600" b="0" i="0" u="none" strike="noStrike" cap="none" dirty="0" err="1">
                <a:solidFill>
                  <a:srgbClr val="333333"/>
                </a:solidFill>
                <a:latin typeface="Merriweather"/>
                <a:ea typeface="Merriweather"/>
                <a:cs typeface="Merriweather"/>
                <a:sym typeface="Merriweather"/>
              </a:rPr>
              <a:t>Facilitator_Name.ipynb</a:t>
            </a:r>
            <a:r>
              <a:rPr lang="en-US" sz="1600" b="0" i="0" u="none" strike="noStrike" cap="none" dirty="0">
                <a:solidFill>
                  <a:srgbClr val="333333"/>
                </a:solidFill>
                <a:latin typeface="Merriweather"/>
                <a:ea typeface="Merriweather"/>
                <a:cs typeface="Merriweather"/>
                <a:sym typeface="Merriweather"/>
              </a:rPr>
              <a:t>". </a:t>
            </a:r>
            <a:endParaRPr sz="16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1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14</a:t>
            </a:fld>
            <a:endParaRPr/>
          </a:p>
        </p:txBody>
      </p:sp>
      <p:sp>
        <p:nvSpPr>
          <p:cNvPr id="506" name="Google Shape;506;p15"/>
          <p:cNvSpPr txBox="1">
            <a:spLocks noGrp="1"/>
          </p:cNvSpPr>
          <p:nvPr>
            <p:ph type="title"/>
          </p:nvPr>
        </p:nvSpPr>
        <p:spPr>
          <a:xfrm>
            <a:off x="316679" y="121966"/>
            <a:ext cx="7347136"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Fundamental steps of EDA process</a:t>
            </a:r>
            <a:endParaRPr/>
          </a:p>
        </p:txBody>
      </p:sp>
      <p:pic>
        <p:nvPicPr>
          <p:cNvPr id="507" name="Google Shape;507;p15" descr="Image result for exploratory data analysis"/>
          <p:cNvPicPr preferRelativeResize="0"/>
          <p:nvPr/>
        </p:nvPicPr>
        <p:blipFill rotWithShape="1">
          <a:blip r:embed="rId3">
            <a:alphaModFix/>
          </a:blip>
          <a:srcRect/>
          <a:stretch/>
        </p:blipFill>
        <p:spPr>
          <a:xfrm>
            <a:off x="869796" y="852347"/>
            <a:ext cx="7404407" cy="370822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1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15</a:t>
            </a:fld>
            <a:endParaRPr/>
          </a:p>
        </p:txBody>
      </p:sp>
      <p:sp>
        <p:nvSpPr>
          <p:cNvPr id="513" name="Google Shape;513;p16"/>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a:t>Categorical &amp; continuous</a:t>
            </a:r>
            <a:endParaRPr/>
          </a:p>
        </p:txBody>
      </p:sp>
      <p:sp>
        <p:nvSpPr>
          <p:cNvPr id="514" name="Google Shape;514;p16"/>
          <p:cNvSpPr/>
          <p:nvPr/>
        </p:nvSpPr>
        <p:spPr>
          <a:xfrm>
            <a:off x="754380" y="3779561"/>
            <a:ext cx="756666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595858"/>
                </a:solidFill>
                <a:latin typeface="Gill Sans"/>
                <a:ea typeface="Gill Sans"/>
                <a:cs typeface="Gill Sans"/>
                <a:sym typeface="Gill Sans"/>
              </a:rPr>
              <a:t>While exploring relation between categorical and continuous variables, we can draw box plots for each level of categorical variables</a:t>
            </a:r>
            <a:endParaRPr sz="1400" b="0" i="0" u="none" strike="noStrike" cap="none" dirty="0">
              <a:solidFill>
                <a:schemeClr val="dk1"/>
              </a:solidFill>
              <a:latin typeface="Gill Sans"/>
              <a:ea typeface="Gill Sans"/>
              <a:cs typeface="Gill Sans"/>
              <a:sym typeface="Gill Sans"/>
            </a:endParaRPr>
          </a:p>
        </p:txBody>
      </p:sp>
      <p:pic>
        <p:nvPicPr>
          <p:cNvPr id="515" name="Google Shape;515;p16" descr="Image result for per category box plots"/>
          <p:cNvPicPr preferRelativeResize="0"/>
          <p:nvPr/>
        </p:nvPicPr>
        <p:blipFill rotWithShape="1">
          <a:blip r:embed="rId3">
            <a:alphaModFix/>
          </a:blip>
          <a:srcRect/>
          <a:stretch/>
        </p:blipFill>
        <p:spPr>
          <a:xfrm>
            <a:off x="2347440" y="1036626"/>
            <a:ext cx="4449118" cy="246452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1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16</a:t>
            </a:fld>
            <a:endParaRPr/>
          </a:p>
        </p:txBody>
      </p:sp>
      <p:sp>
        <p:nvSpPr>
          <p:cNvPr id="521" name="Google Shape;521;p17"/>
          <p:cNvSpPr txBox="1">
            <a:spLocks noGrp="1"/>
          </p:cNvSpPr>
          <p:nvPr>
            <p:ph type="title"/>
          </p:nvPr>
        </p:nvSpPr>
        <p:spPr>
          <a:xfrm>
            <a:off x="316679" y="121966"/>
            <a:ext cx="6929941"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b="1"/>
              <a:t>Missing Value Treatment</a:t>
            </a:r>
            <a:endParaRPr/>
          </a:p>
        </p:txBody>
      </p:sp>
      <p:sp>
        <p:nvSpPr>
          <p:cNvPr id="522" name="Google Shape;522;p17"/>
          <p:cNvSpPr/>
          <p:nvPr/>
        </p:nvSpPr>
        <p:spPr>
          <a:xfrm>
            <a:off x="502920" y="863590"/>
            <a:ext cx="8012430" cy="1600438"/>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FF0000"/>
              </a:buClr>
              <a:buSzPts val="1400"/>
              <a:buFont typeface="Calibri"/>
              <a:buAutoNum type="arabicPeriod"/>
            </a:pPr>
            <a:r>
              <a:rPr lang="en-US" sz="1400" b="1" i="0" u="none" strike="noStrike" cap="none">
                <a:solidFill>
                  <a:srgbClr val="FF0000"/>
                </a:solidFill>
                <a:latin typeface="Gill Sans"/>
                <a:ea typeface="Gill Sans"/>
                <a:cs typeface="Gill Sans"/>
                <a:sym typeface="Gill Sans"/>
              </a:rPr>
              <a:t>Data Extraction</a:t>
            </a:r>
            <a:r>
              <a:rPr lang="en-US" sz="1400" b="0" i="0" u="none" strike="noStrike" cap="none">
                <a:solidFill>
                  <a:srgbClr val="FF0000"/>
                </a:solidFill>
                <a:latin typeface="Gill Sans"/>
                <a:ea typeface="Gill Sans"/>
                <a:cs typeface="Gill Sans"/>
                <a:sym typeface="Gill Sans"/>
              </a:rPr>
              <a:t>: </a:t>
            </a:r>
            <a:r>
              <a:rPr lang="en-US" sz="1400" b="0" i="0" u="none" strike="noStrike" cap="none">
                <a:solidFill>
                  <a:srgbClr val="595858"/>
                </a:solidFill>
                <a:latin typeface="Gill Sans"/>
                <a:ea typeface="Gill Sans"/>
                <a:cs typeface="Gill Sans"/>
                <a:sym typeface="Gill Sans"/>
              </a:rPr>
              <a:t>It is possible that there are problems with extraction process. In such cases, we should double-check for correct data with data guardians. Some hashing procedures can also be used to make sure data extraction is correct. Errors at data extraction stage are typically easy to find and can be corrected easily as well.</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400"/>
              <a:buFont typeface="Calibri"/>
              <a:buNone/>
            </a:pPr>
            <a:endParaRPr sz="1400" b="0" i="0" u="none" strike="noStrike" cap="none">
              <a:solidFill>
                <a:srgbClr val="595858"/>
              </a:solidFill>
              <a:latin typeface="Gill Sans"/>
              <a:ea typeface="Gill Sans"/>
              <a:cs typeface="Gill Sans"/>
              <a:sym typeface="Gill Sans"/>
            </a:endParaRPr>
          </a:p>
          <a:p>
            <a:pPr marL="0" marR="0" lvl="0" indent="0" algn="just" rtl="0">
              <a:lnSpc>
                <a:spcPct val="100000"/>
              </a:lnSpc>
              <a:spcBef>
                <a:spcPts val="0"/>
              </a:spcBef>
              <a:spcAft>
                <a:spcPts val="0"/>
              </a:spcAft>
              <a:buClr>
                <a:srgbClr val="FF0000"/>
              </a:buClr>
              <a:buSzPts val="1400"/>
              <a:buFont typeface="Calibri"/>
              <a:buAutoNum type="arabicPeriod"/>
            </a:pPr>
            <a:r>
              <a:rPr lang="en-US" sz="1400" b="1" i="0" u="none" strike="noStrike" cap="none">
                <a:solidFill>
                  <a:srgbClr val="FF0000"/>
                </a:solidFill>
                <a:latin typeface="Gill Sans"/>
                <a:ea typeface="Gill Sans"/>
                <a:cs typeface="Gill Sans"/>
                <a:sym typeface="Gill Sans"/>
              </a:rPr>
              <a:t>Data collection</a:t>
            </a:r>
            <a:r>
              <a:rPr lang="en-US" sz="1400" b="0" i="0" u="none" strike="noStrike" cap="none">
                <a:solidFill>
                  <a:srgbClr val="FF0000"/>
                </a:solidFill>
                <a:latin typeface="Gill Sans"/>
                <a:ea typeface="Gill Sans"/>
                <a:cs typeface="Gill Sans"/>
                <a:sym typeface="Gill Sans"/>
              </a:rPr>
              <a:t>: </a:t>
            </a:r>
            <a:r>
              <a:rPr lang="en-US" sz="1400" b="0" i="0" u="none" strike="noStrike" cap="none">
                <a:solidFill>
                  <a:srgbClr val="595858"/>
                </a:solidFill>
                <a:latin typeface="Gill Sans"/>
                <a:ea typeface="Gill Sans"/>
                <a:cs typeface="Gill Sans"/>
                <a:sym typeface="Gill Sans"/>
              </a:rPr>
              <a:t>These errors occur at time of data collection and are harder to correct. They can be categorized in four types:</a:t>
            </a:r>
            <a:endParaRPr sz="1400" b="0" i="0" u="none" strike="noStrike" cap="none">
              <a:solidFill>
                <a:srgbClr val="595858"/>
              </a:solidFill>
              <a:latin typeface="Gill Sans"/>
              <a:ea typeface="Gill Sans"/>
              <a:cs typeface="Gill Sans"/>
              <a:sym typeface="Gill Sans"/>
            </a:endParaRPr>
          </a:p>
        </p:txBody>
      </p:sp>
      <p:pic>
        <p:nvPicPr>
          <p:cNvPr id="523" name="Google Shape;523;p17"/>
          <p:cNvPicPr preferRelativeResize="0"/>
          <p:nvPr/>
        </p:nvPicPr>
        <p:blipFill rotWithShape="1">
          <a:blip r:embed="rId3">
            <a:alphaModFix/>
          </a:blip>
          <a:srcRect/>
          <a:stretch/>
        </p:blipFill>
        <p:spPr>
          <a:xfrm>
            <a:off x="316679" y="2428696"/>
            <a:ext cx="8611926" cy="230323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pic>
        <p:nvPicPr>
          <p:cNvPr id="528" name="Google Shape;528;p18" descr="Image result for knn imputation"/>
          <p:cNvPicPr preferRelativeResize="0"/>
          <p:nvPr/>
        </p:nvPicPr>
        <p:blipFill rotWithShape="1">
          <a:blip r:embed="rId3">
            <a:alphaModFix/>
          </a:blip>
          <a:srcRect l="1337" t="26950" r="3215" b="6602"/>
          <a:stretch/>
        </p:blipFill>
        <p:spPr>
          <a:xfrm>
            <a:off x="6075045" y="3236424"/>
            <a:ext cx="2823210" cy="1424302"/>
          </a:xfrm>
          <a:prstGeom prst="rect">
            <a:avLst/>
          </a:prstGeom>
          <a:noFill/>
          <a:ln>
            <a:noFill/>
          </a:ln>
        </p:spPr>
      </p:pic>
      <p:sp>
        <p:nvSpPr>
          <p:cNvPr id="529" name="Google Shape;529;p1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17</a:t>
            </a:fld>
            <a:endParaRPr/>
          </a:p>
        </p:txBody>
      </p:sp>
      <p:sp>
        <p:nvSpPr>
          <p:cNvPr id="530" name="Google Shape;530;p18"/>
          <p:cNvSpPr txBox="1">
            <a:spLocks noGrp="1"/>
          </p:cNvSpPr>
          <p:nvPr>
            <p:ph type="title"/>
          </p:nvPr>
        </p:nvSpPr>
        <p:spPr>
          <a:xfrm>
            <a:off x="316679" y="121966"/>
            <a:ext cx="7169971" cy="38256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2400"/>
              <a:buFont typeface="Proxima Nova"/>
              <a:buNone/>
            </a:pPr>
            <a:r>
              <a:rPr lang="en-US" b="1"/>
              <a:t>Methods to treat missing values</a:t>
            </a:r>
            <a:endParaRPr/>
          </a:p>
        </p:txBody>
      </p:sp>
      <p:sp>
        <p:nvSpPr>
          <p:cNvPr id="531" name="Google Shape;531;p18"/>
          <p:cNvSpPr/>
          <p:nvPr/>
        </p:nvSpPr>
        <p:spPr>
          <a:xfrm>
            <a:off x="1907544" y="1982871"/>
            <a:ext cx="6717024"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333333"/>
                </a:solidFill>
                <a:latin typeface="Gill Sans"/>
                <a:ea typeface="Gill Sans"/>
                <a:cs typeface="Gill Sans"/>
                <a:sym typeface="Gill Sans"/>
              </a:rPr>
              <a:t>Mean/ Mode/ Median Imputation </a:t>
            </a:r>
            <a:r>
              <a:rPr lang="en-US" sz="1400" b="0" i="0" u="none" strike="noStrike" cap="none">
                <a:solidFill>
                  <a:schemeClr val="dk1"/>
                </a:solidFill>
                <a:latin typeface="Gill Sans"/>
                <a:ea typeface="Gill Sans"/>
                <a:cs typeface="Gill Sans"/>
                <a:sym typeface="Gill Sans"/>
              </a:rPr>
              <a:t>Mean / Mode / Median imputation is one of the most frequently used methods. It consists of replacing the missing data for a given attribute by the mean or median (quantitative attribute) or mode (qualitative attribute) of all known values of that variable.</a:t>
            </a:r>
            <a:endParaRPr sz="1400" b="0" i="0" u="none" strike="noStrike" cap="none">
              <a:solidFill>
                <a:schemeClr val="dk1"/>
              </a:solidFill>
              <a:latin typeface="Gill Sans"/>
              <a:ea typeface="Gill Sans"/>
              <a:cs typeface="Gill Sans"/>
              <a:sym typeface="Gill Sans"/>
            </a:endParaRPr>
          </a:p>
        </p:txBody>
      </p:sp>
      <p:sp>
        <p:nvSpPr>
          <p:cNvPr id="532" name="Google Shape;532;p18"/>
          <p:cNvSpPr/>
          <p:nvPr/>
        </p:nvSpPr>
        <p:spPr>
          <a:xfrm>
            <a:off x="424172" y="3236424"/>
            <a:ext cx="5942337"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333333"/>
                </a:solidFill>
                <a:latin typeface="Gill Sans"/>
                <a:ea typeface="Gill Sans"/>
                <a:cs typeface="Gill Sans"/>
                <a:sym typeface="Gill Sans"/>
              </a:rPr>
              <a:t>Prediction Model </a:t>
            </a:r>
            <a:r>
              <a:rPr lang="en-US" sz="1400" b="0" i="0" u="none" strike="noStrike" cap="none">
                <a:solidFill>
                  <a:schemeClr val="dk1"/>
                </a:solidFill>
                <a:latin typeface="Gill Sans"/>
                <a:ea typeface="Gill Sans"/>
                <a:cs typeface="Gill Sans"/>
                <a:sym typeface="Gill Sans"/>
              </a:rPr>
              <a:t>we create a predictive model to estimate values that will substitute the missing data.  In this case, we divide our data set into two sets: One set with no missing values for the variable and another one with missing values. First data set become training data set of the model while second data set with missing values is test data set and variable with missing values is treated as target variable.</a:t>
            </a:r>
            <a:endParaRPr sz="1400" b="0" i="0" u="none" strike="noStrike" cap="none">
              <a:solidFill>
                <a:schemeClr val="dk1"/>
              </a:solidFill>
              <a:latin typeface="Gill Sans"/>
              <a:ea typeface="Gill Sans"/>
              <a:cs typeface="Gill Sans"/>
              <a:sym typeface="Gill Sans"/>
            </a:endParaRPr>
          </a:p>
        </p:txBody>
      </p:sp>
      <p:sp>
        <p:nvSpPr>
          <p:cNvPr id="533" name="Google Shape;533;p18"/>
          <p:cNvSpPr/>
          <p:nvPr/>
        </p:nvSpPr>
        <p:spPr>
          <a:xfrm>
            <a:off x="1657350" y="973567"/>
            <a:ext cx="6967218"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333333"/>
                </a:solidFill>
                <a:latin typeface="Gill Sans"/>
                <a:ea typeface="Gill Sans"/>
                <a:cs typeface="Gill Sans"/>
                <a:sym typeface="Gill Sans"/>
              </a:rPr>
              <a:t>Data – deletion </a:t>
            </a:r>
            <a:r>
              <a:rPr lang="en-US" sz="1400" b="0" i="0" u="none" strike="noStrike" cap="none">
                <a:solidFill>
                  <a:schemeClr val="dk1"/>
                </a:solidFill>
                <a:latin typeface="Gill Sans"/>
                <a:ea typeface="Gill Sans"/>
                <a:cs typeface="Gill Sans"/>
                <a:sym typeface="Gill Sans"/>
              </a:rPr>
              <a:t>Deletion methods are used when the nature of missing data is “</a:t>
            </a:r>
            <a:r>
              <a:rPr lang="en-US" sz="1400" b="1" i="0" u="none" strike="noStrike" cap="none">
                <a:solidFill>
                  <a:schemeClr val="dk1"/>
                </a:solidFill>
                <a:latin typeface="Gill Sans"/>
                <a:ea typeface="Gill Sans"/>
                <a:cs typeface="Gill Sans"/>
                <a:sym typeface="Gill Sans"/>
              </a:rPr>
              <a:t>Missing completely at random</a:t>
            </a:r>
            <a:r>
              <a:rPr lang="en-US" sz="1400" b="0" i="0" u="none" strike="noStrike" cap="none">
                <a:solidFill>
                  <a:schemeClr val="dk1"/>
                </a:solidFill>
                <a:latin typeface="Gill Sans"/>
                <a:ea typeface="Gill Sans"/>
                <a:cs typeface="Gill Sans"/>
                <a:sym typeface="Gill Sans"/>
              </a:rPr>
              <a:t>” or we have good amount of data and the data loss would be really low ,else non-random missing values can bias the model output</a:t>
            </a:r>
            <a:endParaRPr sz="1400" b="0" i="0" u="none" strike="noStrike" cap="none">
              <a:solidFill>
                <a:schemeClr val="dk1"/>
              </a:solidFill>
              <a:latin typeface="Gill Sans"/>
              <a:ea typeface="Gill Sans"/>
              <a:cs typeface="Gill Sans"/>
              <a:sym typeface="Gill Sans"/>
            </a:endParaRPr>
          </a:p>
        </p:txBody>
      </p:sp>
      <p:pic>
        <p:nvPicPr>
          <p:cNvPr id="534" name="Google Shape;534;p18" descr="Image result for data deletion icon"/>
          <p:cNvPicPr preferRelativeResize="0"/>
          <p:nvPr/>
        </p:nvPicPr>
        <p:blipFill rotWithShape="1">
          <a:blip r:embed="rId4">
            <a:alphaModFix/>
          </a:blip>
          <a:srcRect/>
          <a:stretch/>
        </p:blipFill>
        <p:spPr>
          <a:xfrm>
            <a:off x="628650" y="864883"/>
            <a:ext cx="777240" cy="1060931"/>
          </a:xfrm>
          <a:prstGeom prst="rect">
            <a:avLst/>
          </a:prstGeom>
          <a:noFill/>
          <a:ln>
            <a:noFill/>
          </a:ln>
        </p:spPr>
      </p:pic>
      <p:pic>
        <p:nvPicPr>
          <p:cNvPr id="535" name="Google Shape;535;p18" descr="Image result for mean median mode imputation icon"/>
          <p:cNvPicPr preferRelativeResize="0"/>
          <p:nvPr/>
        </p:nvPicPr>
        <p:blipFill rotWithShape="1">
          <a:blip r:embed="rId5">
            <a:alphaModFix/>
          </a:blip>
          <a:srcRect/>
          <a:stretch/>
        </p:blipFill>
        <p:spPr>
          <a:xfrm>
            <a:off x="424173" y="2070056"/>
            <a:ext cx="1314449" cy="98583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19"/>
          <p:cNvSpPr txBox="1"/>
          <p:nvPr/>
        </p:nvSpPr>
        <p:spPr>
          <a:xfrm>
            <a:off x="660771" y="2613554"/>
            <a:ext cx="7749040" cy="1304349"/>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4000"/>
              <a:buFont typeface="Proxima Nova"/>
              <a:buNone/>
            </a:pPr>
            <a:r>
              <a:rPr lang="en-US" sz="9600" b="0" i="0" u="none" strike="noStrike" cap="none" dirty="0">
                <a:solidFill>
                  <a:schemeClr val="accent1">
                    <a:lumMod val="50000"/>
                  </a:schemeClr>
                </a:solidFill>
                <a:latin typeface="Proxima Nova"/>
                <a:ea typeface="Proxima Nova"/>
                <a:cs typeface="Proxima Nova"/>
                <a:sym typeface="Proxima Nova"/>
              </a:rPr>
              <a:t>Thank You!</a:t>
            </a:r>
            <a:endParaRPr sz="9600" b="0" i="0" u="none" strike="noStrike" cap="none" dirty="0">
              <a:solidFill>
                <a:schemeClr val="accent1">
                  <a:lumMod val="50000"/>
                </a:schemeClr>
              </a:solidFill>
              <a:sym typeface="Arial"/>
            </a:endParaRPr>
          </a:p>
        </p:txBody>
      </p:sp>
      <p:sp>
        <p:nvSpPr>
          <p:cNvPr id="543" name="Google Shape;543;p19"/>
          <p:cNvSpPr txBox="1">
            <a:spLocks noGrp="1"/>
          </p:cNvSpPr>
          <p:nvPr>
            <p:ph type="sldNum" idx="12"/>
          </p:nvPr>
        </p:nvSpPr>
        <p:spPr>
          <a:xfrm>
            <a:off x="6553670" y="4516965"/>
            <a:ext cx="20574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r>
              <a:rPr lang="en-US"/>
              <a:t>21</a:t>
            </a:r>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6361" y="920595"/>
            <a:ext cx="3445461" cy="454342"/>
          </a:xfrm>
          <a:prstGeom prst="rect">
            <a:avLst/>
          </a:prstGeom>
        </p:spPr>
      </p:pic>
    </p:spTree>
  </p:cSld>
  <p:clrMapOvr>
    <a:masterClrMapping/>
  </p:clrMapOvr>
</p:sld>
</file>

<file path=ppt/theme/theme1.xml><?xml version="1.0" encoding="utf-8"?>
<a:theme xmlns:a="http://schemas.openxmlformats.org/drawingml/2006/main" name="MASTER_UPGRAD">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TotalTime>
  <Words>1460</Words>
  <Application>Microsoft Office PowerPoint</Application>
  <PresentationFormat>On-screen Show (16:9)</PresentationFormat>
  <Paragraphs>170</Paragraphs>
  <Slides>18</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Gill Sans</vt:lpstr>
      <vt:lpstr>Merriweather</vt:lpstr>
      <vt:lpstr>Courier New</vt:lpstr>
      <vt:lpstr>Proxima Nova</vt:lpstr>
      <vt:lpstr>Roboto</vt:lpstr>
      <vt:lpstr>Arial</vt:lpstr>
      <vt:lpstr>Calibri</vt:lpstr>
      <vt:lpstr>MASTER_UPGRAD</vt:lpstr>
      <vt:lpstr>PowerPoint Presentation</vt:lpstr>
      <vt:lpstr>PowerPoint Presentation</vt:lpstr>
      <vt:lpstr>Lending Club: EDA Case Study</vt:lpstr>
      <vt:lpstr>Lending Club: EDA Case Study</vt:lpstr>
      <vt:lpstr>Lending Club: EDA Case Study</vt:lpstr>
      <vt:lpstr>Lending Club: EDA Case Study</vt:lpstr>
      <vt:lpstr>Lending Club: EDA Case Study</vt:lpstr>
      <vt:lpstr>Lending Club: EDA Case Study</vt:lpstr>
      <vt:lpstr>Lending Club: EDA Case Study</vt:lpstr>
      <vt:lpstr>Lending Club: EDA Case Study</vt:lpstr>
      <vt:lpstr>Lending Club: EDA Case Study</vt:lpstr>
      <vt:lpstr>Lending Club: EDA Case Study</vt:lpstr>
      <vt:lpstr>Lending Club: EDA Case Study</vt:lpstr>
      <vt:lpstr>Fundamental steps of EDA process</vt:lpstr>
      <vt:lpstr>Categorical &amp; continuous</vt:lpstr>
      <vt:lpstr>Missing Value Treatment</vt:lpstr>
      <vt:lpstr>Methods to treat missing values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harsh.asiwal@gmail.com</dc:creator>
  <cp:lastModifiedBy>QSK1184</cp:lastModifiedBy>
  <cp:revision>7</cp:revision>
  <dcterms:created xsi:type="dcterms:W3CDTF">2019-01-02T10:18:22Z</dcterms:created>
  <dcterms:modified xsi:type="dcterms:W3CDTF">2026-03-12T09:37:00Z</dcterms:modified>
</cp:coreProperties>
</file>